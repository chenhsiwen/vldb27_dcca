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288463" cy="3240088"/>
  <p:notesSz cx="6858000" cy="9144000"/>
  <p:embeddedFontLst>
    <p:embeddedFont>
      <p:font typeface="Cambria Math" panose="02040503050406030204" pitchFamily="18" charset="0"/>
      <p:regular r:id="rId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0">
          <p15:clr>
            <a:srgbClr val="747775"/>
          </p15:clr>
        </p15:guide>
        <p15:guide id="2" pos="292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7B55"/>
    <a:srgbClr val="D2D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58"/>
  </p:normalViewPr>
  <p:slideViewPr>
    <p:cSldViewPr snapToGrid="0">
      <p:cViewPr varScale="1">
        <p:scale>
          <a:sx n="168" d="100"/>
          <a:sy n="168" d="100"/>
        </p:scale>
        <p:origin x="208" y="1064"/>
      </p:cViewPr>
      <p:guideLst>
        <p:guide orient="horz" pos="1020"/>
        <p:guide pos="29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-1485535" y="685800"/>
            <a:ext cx="9829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e3d4720f_0_1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485900" y="685800"/>
            <a:ext cx="98298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e3d4720f_0_1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6617" y="469024"/>
            <a:ext cx="8654700" cy="1293000"/>
          </a:xfrm>
          <a:prstGeom prst="rect">
            <a:avLst/>
          </a:prstGeom>
        </p:spPr>
        <p:txBody>
          <a:bodyPr spcFirstLastPara="1" wrap="square" lIns="86625" tIns="86625" rIns="86625" bIns="866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927"/>
              <a:buNone/>
              <a:defRPr sz="4927"/>
            </a:lvl1pPr>
            <a:lvl2pPr lvl="1" algn="ctr">
              <a:spcBef>
                <a:spcPts val="0"/>
              </a:spcBef>
              <a:spcAft>
                <a:spcPts val="0"/>
              </a:spcAft>
              <a:buSzPts val="4927"/>
              <a:buNone/>
              <a:defRPr sz="4927"/>
            </a:lvl2pPr>
            <a:lvl3pPr lvl="2" algn="ctr">
              <a:spcBef>
                <a:spcPts val="0"/>
              </a:spcBef>
              <a:spcAft>
                <a:spcPts val="0"/>
              </a:spcAft>
              <a:buSzPts val="4927"/>
              <a:buNone/>
              <a:defRPr sz="4927"/>
            </a:lvl3pPr>
            <a:lvl4pPr lvl="3" algn="ctr">
              <a:spcBef>
                <a:spcPts val="0"/>
              </a:spcBef>
              <a:spcAft>
                <a:spcPts val="0"/>
              </a:spcAft>
              <a:buSzPts val="4927"/>
              <a:buNone/>
              <a:defRPr sz="4927"/>
            </a:lvl4pPr>
            <a:lvl5pPr lvl="4" algn="ctr">
              <a:spcBef>
                <a:spcPts val="0"/>
              </a:spcBef>
              <a:spcAft>
                <a:spcPts val="0"/>
              </a:spcAft>
              <a:buSzPts val="4927"/>
              <a:buNone/>
              <a:defRPr sz="4927"/>
            </a:lvl5pPr>
            <a:lvl6pPr lvl="5" algn="ctr">
              <a:spcBef>
                <a:spcPts val="0"/>
              </a:spcBef>
              <a:spcAft>
                <a:spcPts val="0"/>
              </a:spcAft>
              <a:buSzPts val="4927"/>
              <a:buNone/>
              <a:defRPr sz="4927"/>
            </a:lvl6pPr>
            <a:lvl7pPr lvl="6" algn="ctr">
              <a:spcBef>
                <a:spcPts val="0"/>
              </a:spcBef>
              <a:spcAft>
                <a:spcPts val="0"/>
              </a:spcAft>
              <a:buSzPts val="4927"/>
              <a:buNone/>
              <a:defRPr sz="4927"/>
            </a:lvl7pPr>
            <a:lvl8pPr lvl="7" algn="ctr">
              <a:spcBef>
                <a:spcPts val="0"/>
              </a:spcBef>
              <a:spcAft>
                <a:spcPts val="0"/>
              </a:spcAft>
              <a:buSzPts val="4927"/>
              <a:buNone/>
              <a:defRPr sz="4927"/>
            </a:lvl8pPr>
            <a:lvl9pPr lvl="8" algn="ctr">
              <a:spcBef>
                <a:spcPts val="0"/>
              </a:spcBef>
              <a:spcAft>
                <a:spcPts val="0"/>
              </a:spcAft>
              <a:buSzPts val="4927"/>
              <a:buNone/>
              <a:defRPr sz="4927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6609" y="1785276"/>
            <a:ext cx="8654700" cy="499200"/>
          </a:xfrm>
          <a:prstGeom prst="rect">
            <a:avLst/>
          </a:prstGeom>
        </p:spPr>
        <p:txBody>
          <a:bodyPr spcFirstLastPara="1" wrap="square" lIns="86625" tIns="86625" rIns="86625" bIns="866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605882" y="2937459"/>
            <a:ext cx="557400" cy="2478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 fontScale="62500" lnSpcReduction="20000"/>
          </a:bodyPr>
          <a:lstStyle>
            <a:lvl1pPr lvl="0">
              <a:buNone/>
              <a:defRPr sz="947"/>
            </a:lvl1pPr>
            <a:lvl2pPr lvl="1">
              <a:buNone/>
              <a:defRPr sz="947"/>
            </a:lvl2pPr>
            <a:lvl3pPr lvl="2">
              <a:buNone/>
              <a:defRPr sz="947"/>
            </a:lvl3pPr>
            <a:lvl4pPr lvl="3">
              <a:buNone/>
              <a:defRPr sz="947"/>
            </a:lvl4pPr>
            <a:lvl5pPr lvl="4">
              <a:buNone/>
              <a:defRPr sz="947"/>
            </a:lvl5pPr>
            <a:lvl6pPr lvl="5">
              <a:buNone/>
              <a:defRPr sz="947"/>
            </a:lvl6pPr>
            <a:lvl7pPr lvl="6">
              <a:buNone/>
              <a:defRPr sz="947"/>
            </a:lvl7pPr>
            <a:lvl8pPr lvl="7">
              <a:buNone/>
              <a:defRPr sz="947"/>
            </a:lvl8pPr>
            <a:lvl9pPr lvl="8">
              <a:buNone/>
              <a:defRPr sz="947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6609" y="1354866"/>
            <a:ext cx="8654700" cy="5304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11"/>
              <a:buNone/>
              <a:defRPr sz="3411"/>
            </a:lvl1pPr>
            <a:lvl2pPr lvl="1" algn="ctr">
              <a:spcBef>
                <a:spcPts val="0"/>
              </a:spcBef>
              <a:spcAft>
                <a:spcPts val="0"/>
              </a:spcAft>
              <a:buSzPts val="3411"/>
              <a:buNone/>
              <a:defRPr sz="3411"/>
            </a:lvl2pPr>
            <a:lvl3pPr lvl="2" algn="ctr">
              <a:spcBef>
                <a:spcPts val="0"/>
              </a:spcBef>
              <a:spcAft>
                <a:spcPts val="0"/>
              </a:spcAft>
              <a:buSzPts val="3411"/>
              <a:buNone/>
              <a:defRPr sz="3411"/>
            </a:lvl3pPr>
            <a:lvl4pPr lvl="3" algn="ctr">
              <a:spcBef>
                <a:spcPts val="0"/>
              </a:spcBef>
              <a:spcAft>
                <a:spcPts val="0"/>
              </a:spcAft>
              <a:buSzPts val="3411"/>
              <a:buNone/>
              <a:defRPr sz="3411"/>
            </a:lvl4pPr>
            <a:lvl5pPr lvl="4" algn="ctr">
              <a:spcBef>
                <a:spcPts val="0"/>
              </a:spcBef>
              <a:spcAft>
                <a:spcPts val="0"/>
              </a:spcAft>
              <a:buSzPts val="3411"/>
              <a:buNone/>
              <a:defRPr sz="3411"/>
            </a:lvl5pPr>
            <a:lvl6pPr lvl="5" algn="ctr">
              <a:spcBef>
                <a:spcPts val="0"/>
              </a:spcBef>
              <a:spcAft>
                <a:spcPts val="0"/>
              </a:spcAft>
              <a:buSzPts val="3411"/>
              <a:buNone/>
              <a:defRPr sz="3411"/>
            </a:lvl6pPr>
            <a:lvl7pPr lvl="6" algn="ctr">
              <a:spcBef>
                <a:spcPts val="0"/>
              </a:spcBef>
              <a:spcAft>
                <a:spcPts val="0"/>
              </a:spcAft>
              <a:buSzPts val="3411"/>
              <a:buNone/>
              <a:defRPr sz="3411"/>
            </a:lvl7pPr>
            <a:lvl8pPr lvl="7" algn="ctr">
              <a:spcBef>
                <a:spcPts val="0"/>
              </a:spcBef>
              <a:spcAft>
                <a:spcPts val="0"/>
              </a:spcAft>
              <a:buSzPts val="3411"/>
              <a:buNone/>
              <a:defRPr sz="3411"/>
            </a:lvl8pPr>
            <a:lvl9pPr lvl="8" algn="ctr">
              <a:spcBef>
                <a:spcPts val="0"/>
              </a:spcBef>
              <a:spcAft>
                <a:spcPts val="0"/>
              </a:spcAft>
              <a:buSzPts val="3411"/>
              <a:buNone/>
              <a:defRPr sz="3411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605882" y="2937459"/>
            <a:ext cx="557400" cy="2478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 fontScale="62500" lnSpcReduction="20000"/>
          </a:bodyPr>
          <a:lstStyle>
            <a:lvl1pPr lvl="0">
              <a:buNone/>
              <a:defRPr sz="947"/>
            </a:lvl1pPr>
            <a:lvl2pPr lvl="1">
              <a:buNone/>
              <a:defRPr sz="947"/>
            </a:lvl2pPr>
            <a:lvl3pPr lvl="2">
              <a:buNone/>
              <a:defRPr sz="947"/>
            </a:lvl3pPr>
            <a:lvl4pPr lvl="3">
              <a:buNone/>
              <a:defRPr sz="947"/>
            </a:lvl4pPr>
            <a:lvl5pPr lvl="4">
              <a:buNone/>
              <a:defRPr sz="947"/>
            </a:lvl5pPr>
            <a:lvl6pPr lvl="5">
              <a:buNone/>
              <a:defRPr sz="947"/>
            </a:lvl6pPr>
            <a:lvl7pPr lvl="6">
              <a:buNone/>
              <a:defRPr sz="947"/>
            </a:lvl7pPr>
            <a:lvl8pPr lvl="7">
              <a:buNone/>
              <a:defRPr sz="947"/>
            </a:lvl8pPr>
            <a:lvl9pPr lvl="8">
              <a:buNone/>
              <a:defRPr sz="947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6609" y="280331"/>
            <a:ext cx="8654700" cy="360600"/>
          </a:xfrm>
          <a:prstGeom prst="rect">
            <a:avLst/>
          </a:prstGeom>
        </p:spPr>
        <p:txBody>
          <a:bodyPr spcFirstLastPara="1" wrap="square" lIns="86625" tIns="86625" rIns="86625" bIns="866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1pPr>
            <a:lvl2pPr lvl="1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2pPr>
            <a:lvl3pPr lvl="2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3pPr>
            <a:lvl4pPr lvl="3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4pPr>
            <a:lvl5pPr lvl="4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5pPr>
            <a:lvl6pPr lvl="5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6pPr>
            <a:lvl7pPr lvl="6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7pPr>
            <a:lvl8pPr lvl="7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8pPr>
            <a:lvl9pPr lvl="8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6609" y="725969"/>
            <a:ext cx="8654700" cy="2152200"/>
          </a:xfrm>
          <a:prstGeom prst="rect">
            <a:avLst/>
          </a:prstGeom>
        </p:spPr>
        <p:txBody>
          <a:bodyPr spcFirstLastPara="1" wrap="square" lIns="86625" tIns="86625" rIns="86625" bIns="86625" anchor="t" anchorCtr="0">
            <a:normAutofit/>
          </a:bodyPr>
          <a:lstStyle>
            <a:lvl1pPr marL="457200" lvl="0" indent="-336903">
              <a:spcBef>
                <a:spcPts val="0"/>
              </a:spcBef>
              <a:spcAft>
                <a:spcPts val="0"/>
              </a:spcAft>
              <a:buSzPts val="1706"/>
              <a:buChar char="●"/>
              <a:defRPr sz="1705"/>
            </a:lvl1pPr>
            <a:lvl2pPr marL="914400" lvl="1" indent="-312835">
              <a:spcBef>
                <a:spcPts val="0"/>
              </a:spcBef>
              <a:spcAft>
                <a:spcPts val="0"/>
              </a:spcAft>
              <a:buSzPts val="1327"/>
              <a:buChar char="○"/>
              <a:defRPr sz="1326"/>
            </a:lvl2pPr>
            <a:lvl3pPr marL="1371600" lvl="2" indent="-312835">
              <a:spcBef>
                <a:spcPts val="0"/>
              </a:spcBef>
              <a:spcAft>
                <a:spcPts val="0"/>
              </a:spcAft>
              <a:buSzPts val="1327"/>
              <a:buChar char="■"/>
              <a:defRPr sz="1326"/>
            </a:lvl3pPr>
            <a:lvl4pPr marL="1828800" lvl="3" indent="-312835">
              <a:spcBef>
                <a:spcPts val="0"/>
              </a:spcBef>
              <a:spcAft>
                <a:spcPts val="0"/>
              </a:spcAft>
              <a:buSzPts val="1327"/>
              <a:buChar char="●"/>
              <a:defRPr sz="1326"/>
            </a:lvl4pPr>
            <a:lvl5pPr marL="2286000" lvl="4" indent="-312835">
              <a:spcBef>
                <a:spcPts val="0"/>
              </a:spcBef>
              <a:spcAft>
                <a:spcPts val="0"/>
              </a:spcAft>
              <a:buSzPts val="1327"/>
              <a:buChar char="○"/>
              <a:defRPr sz="1326"/>
            </a:lvl5pPr>
            <a:lvl6pPr marL="2743200" lvl="5" indent="-312835">
              <a:spcBef>
                <a:spcPts val="0"/>
              </a:spcBef>
              <a:spcAft>
                <a:spcPts val="0"/>
              </a:spcAft>
              <a:buSzPts val="1327"/>
              <a:buChar char="■"/>
              <a:defRPr sz="1326"/>
            </a:lvl6pPr>
            <a:lvl7pPr marL="3200400" lvl="6" indent="-312835">
              <a:spcBef>
                <a:spcPts val="0"/>
              </a:spcBef>
              <a:spcAft>
                <a:spcPts val="0"/>
              </a:spcAft>
              <a:buSzPts val="1327"/>
              <a:buChar char="●"/>
              <a:defRPr sz="1326"/>
            </a:lvl7pPr>
            <a:lvl8pPr marL="3657600" lvl="7" indent="-312835">
              <a:spcBef>
                <a:spcPts val="0"/>
              </a:spcBef>
              <a:spcAft>
                <a:spcPts val="0"/>
              </a:spcAft>
              <a:buSzPts val="1327"/>
              <a:buChar char="○"/>
              <a:defRPr sz="1326"/>
            </a:lvl8pPr>
            <a:lvl9pPr marL="4114800" lvl="8" indent="-312835">
              <a:spcBef>
                <a:spcPts val="0"/>
              </a:spcBef>
              <a:spcAft>
                <a:spcPts val="0"/>
              </a:spcAft>
              <a:buSzPts val="1327"/>
              <a:buChar char="■"/>
              <a:defRPr sz="1326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605882" y="2937459"/>
            <a:ext cx="557400" cy="2478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 fontScale="62500" lnSpcReduction="20000"/>
          </a:bodyPr>
          <a:lstStyle>
            <a:lvl1pPr lvl="0">
              <a:buNone/>
              <a:defRPr sz="947"/>
            </a:lvl1pPr>
            <a:lvl2pPr lvl="1">
              <a:buNone/>
              <a:defRPr sz="947"/>
            </a:lvl2pPr>
            <a:lvl3pPr lvl="2">
              <a:buNone/>
              <a:defRPr sz="947"/>
            </a:lvl3pPr>
            <a:lvl4pPr lvl="3">
              <a:buNone/>
              <a:defRPr sz="947"/>
            </a:lvl4pPr>
            <a:lvl5pPr lvl="4">
              <a:buNone/>
              <a:defRPr sz="947"/>
            </a:lvl5pPr>
            <a:lvl6pPr lvl="5">
              <a:buNone/>
              <a:defRPr sz="947"/>
            </a:lvl6pPr>
            <a:lvl7pPr lvl="6">
              <a:buNone/>
              <a:defRPr sz="947"/>
            </a:lvl7pPr>
            <a:lvl8pPr lvl="7">
              <a:buNone/>
              <a:defRPr sz="947"/>
            </a:lvl8pPr>
            <a:lvl9pPr lvl="8">
              <a:buNone/>
              <a:defRPr sz="947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6609" y="280331"/>
            <a:ext cx="8654700" cy="360600"/>
          </a:xfrm>
          <a:prstGeom prst="rect">
            <a:avLst/>
          </a:prstGeom>
        </p:spPr>
        <p:txBody>
          <a:bodyPr spcFirstLastPara="1" wrap="square" lIns="86625" tIns="86625" rIns="86625" bIns="866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1pPr>
            <a:lvl2pPr lvl="1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2pPr>
            <a:lvl3pPr lvl="2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3pPr>
            <a:lvl4pPr lvl="3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4pPr>
            <a:lvl5pPr lvl="4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5pPr>
            <a:lvl6pPr lvl="5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6pPr>
            <a:lvl7pPr lvl="6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7pPr>
            <a:lvl8pPr lvl="7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8pPr>
            <a:lvl9pPr lvl="8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6609" y="725969"/>
            <a:ext cx="4062900" cy="2152200"/>
          </a:xfrm>
          <a:prstGeom prst="rect">
            <a:avLst/>
          </a:prstGeom>
        </p:spPr>
        <p:txBody>
          <a:bodyPr spcFirstLastPara="1" wrap="square" lIns="86625" tIns="86625" rIns="86625" bIns="86625" anchor="t" anchorCtr="0">
            <a:normAutofit/>
          </a:bodyPr>
          <a:lstStyle>
            <a:lvl1pPr marL="457200" lvl="0" indent="-312835">
              <a:spcBef>
                <a:spcPts val="0"/>
              </a:spcBef>
              <a:spcAft>
                <a:spcPts val="0"/>
              </a:spcAft>
              <a:buSzPts val="1327"/>
              <a:buChar char="●"/>
              <a:defRPr sz="1326"/>
            </a:lvl1pPr>
            <a:lvl2pPr marL="914400" lvl="1" indent="-300802">
              <a:spcBef>
                <a:spcPts val="0"/>
              </a:spcBef>
              <a:spcAft>
                <a:spcPts val="0"/>
              </a:spcAft>
              <a:buSzPts val="1137"/>
              <a:buChar char="○"/>
              <a:defRPr sz="1137"/>
            </a:lvl2pPr>
            <a:lvl3pPr marL="1371600" lvl="2" indent="-300802">
              <a:spcBef>
                <a:spcPts val="0"/>
              </a:spcBef>
              <a:spcAft>
                <a:spcPts val="0"/>
              </a:spcAft>
              <a:buSzPts val="1137"/>
              <a:buChar char="■"/>
              <a:defRPr sz="1137"/>
            </a:lvl3pPr>
            <a:lvl4pPr marL="1828800" lvl="3" indent="-300802">
              <a:spcBef>
                <a:spcPts val="0"/>
              </a:spcBef>
              <a:spcAft>
                <a:spcPts val="0"/>
              </a:spcAft>
              <a:buSzPts val="1137"/>
              <a:buChar char="●"/>
              <a:defRPr sz="1137"/>
            </a:lvl4pPr>
            <a:lvl5pPr marL="2286000" lvl="4" indent="-300802">
              <a:spcBef>
                <a:spcPts val="0"/>
              </a:spcBef>
              <a:spcAft>
                <a:spcPts val="0"/>
              </a:spcAft>
              <a:buSzPts val="1137"/>
              <a:buChar char="○"/>
              <a:defRPr sz="1137"/>
            </a:lvl5pPr>
            <a:lvl6pPr marL="2743200" lvl="5" indent="-300802">
              <a:spcBef>
                <a:spcPts val="0"/>
              </a:spcBef>
              <a:spcAft>
                <a:spcPts val="0"/>
              </a:spcAft>
              <a:buSzPts val="1137"/>
              <a:buChar char="■"/>
              <a:defRPr sz="1137"/>
            </a:lvl6pPr>
            <a:lvl7pPr marL="3200400" lvl="6" indent="-300802">
              <a:spcBef>
                <a:spcPts val="0"/>
              </a:spcBef>
              <a:spcAft>
                <a:spcPts val="0"/>
              </a:spcAft>
              <a:buSzPts val="1137"/>
              <a:buChar char="●"/>
              <a:defRPr sz="1137"/>
            </a:lvl7pPr>
            <a:lvl8pPr marL="3657600" lvl="7" indent="-300802">
              <a:spcBef>
                <a:spcPts val="0"/>
              </a:spcBef>
              <a:spcAft>
                <a:spcPts val="0"/>
              </a:spcAft>
              <a:buSzPts val="1137"/>
              <a:buChar char="○"/>
              <a:defRPr sz="1137"/>
            </a:lvl8pPr>
            <a:lvl9pPr marL="4114800" lvl="8" indent="-300802">
              <a:spcBef>
                <a:spcPts val="0"/>
              </a:spcBef>
              <a:spcAft>
                <a:spcPts val="0"/>
              </a:spcAft>
              <a:buSzPts val="1137"/>
              <a:buChar char="■"/>
              <a:defRPr sz="1137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908501" y="725969"/>
            <a:ext cx="4062900" cy="2152200"/>
          </a:xfrm>
          <a:prstGeom prst="rect">
            <a:avLst/>
          </a:prstGeom>
        </p:spPr>
        <p:txBody>
          <a:bodyPr spcFirstLastPara="1" wrap="square" lIns="86625" tIns="86625" rIns="86625" bIns="86625" anchor="t" anchorCtr="0">
            <a:normAutofit/>
          </a:bodyPr>
          <a:lstStyle>
            <a:lvl1pPr marL="457200" lvl="0" indent="-312835">
              <a:spcBef>
                <a:spcPts val="0"/>
              </a:spcBef>
              <a:spcAft>
                <a:spcPts val="0"/>
              </a:spcAft>
              <a:buSzPts val="1327"/>
              <a:buChar char="●"/>
              <a:defRPr sz="1326"/>
            </a:lvl1pPr>
            <a:lvl2pPr marL="914400" lvl="1" indent="-300802">
              <a:spcBef>
                <a:spcPts val="0"/>
              </a:spcBef>
              <a:spcAft>
                <a:spcPts val="0"/>
              </a:spcAft>
              <a:buSzPts val="1137"/>
              <a:buChar char="○"/>
              <a:defRPr sz="1137"/>
            </a:lvl2pPr>
            <a:lvl3pPr marL="1371600" lvl="2" indent="-300802">
              <a:spcBef>
                <a:spcPts val="0"/>
              </a:spcBef>
              <a:spcAft>
                <a:spcPts val="0"/>
              </a:spcAft>
              <a:buSzPts val="1137"/>
              <a:buChar char="■"/>
              <a:defRPr sz="1137"/>
            </a:lvl3pPr>
            <a:lvl4pPr marL="1828800" lvl="3" indent="-300802">
              <a:spcBef>
                <a:spcPts val="0"/>
              </a:spcBef>
              <a:spcAft>
                <a:spcPts val="0"/>
              </a:spcAft>
              <a:buSzPts val="1137"/>
              <a:buChar char="●"/>
              <a:defRPr sz="1137"/>
            </a:lvl4pPr>
            <a:lvl5pPr marL="2286000" lvl="4" indent="-300802">
              <a:spcBef>
                <a:spcPts val="0"/>
              </a:spcBef>
              <a:spcAft>
                <a:spcPts val="0"/>
              </a:spcAft>
              <a:buSzPts val="1137"/>
              <a:buChar char="○"/>
              <a:defRPr sz="1137"/>
            </a:lvl5pPr>
            <a:lvl6pPr marL="2743200" lvl="5" indent="-300802">
              <a:spcBef>
                <a:spcPts val="0"/>
              </a:spcBef>
              <a:spcAft>
                <a:spcPts val="0"/>
              </a:spcAft>
              <a:buSzPts val="1137"/>
              <a:buChar char="■"/>
              <a:defRPr sz="1137"/>
            </a:lvl6pPr>
            <a:lvl7pPr marL="3200400" lvl="6" indent="-300802">
              <a:spcBef>
                <a:spcPts val="0"/>
              </a:spcBef>
              <a:spcAft>
                <a:spcPts val="0"/>
              </a:spcAft>
              <a:buSzPts val="1137"/>
              <a:buChar char="●"/>
              <a:defRPr sz="1137"/>
            </a:lvl7pPr>
            <a:lvl8pPr marL="3657600" lvl="7" indent="-300802">
              <a:spcBef>
                <a:spcPts val="0"/>
              </a:spcBef>
              <a:spcAft>
                <a:spcPts val="0"/>
              </a:spcAft>
              <a:buSzPts val="1137"/>
              <a:buChar char="○"/>
              <a:defRPr sz="1137"/>
            </a:lvl8pPr>
            <a:lvl9pPr marL="4114800" lvl="8" indent="-300802">
              <a:spcBef>
                <a:spcPts val="0"/>
              </a:spcBef>
              <a:spcAft>
                <a:spcPts val="0"/>
              </a:spcAft>
              <a:buSzPts val="1137"/>
              <a:buChar char="■"/>
              <a:defRPr sz="1137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605882" y="2937459"/>
            <a:ext cx="557400" cy="2478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 fontScale="62500" lnSpcReduction="20000"/>
          </a:bodyPr>
          <a:lstStyle>
            <a:lvl1pPr lvl="0">
              <a:buNone/>
              <a:defRPr sz="947"/>
            </a:lvl1pPr>
            <a:lvl2pPr lvl="1">
              <a:buNone/>
              <a:defRPr sz="947"/>
            </a:lvl2pPr>
            <a:lvl3pPr lvl="2">
              <a:buNone/>
              <a:defRPr sz="947"/>
            </a:lvl3pPr>
            <a:lvl4pPr lvl="3">
              <a:buNone/>
              <a:defRPr sz="947"/>
            </a:lvl4pPr>
            <a:lvl5pPr lvl="4">
              <a:buNone/>
              <a:defRPr sz="947"/>
            </a:lvl5pPr>
            <a:lvl6pPr lvl="5">
              <a:buNone/>
              <a:defRPr sz="947"/>
            </a:lvl6pPr>
            <a:lvl7pPr lvl="6">
              <a:buNone/>
              <a:defRPr sz="947"/>
            </a:lvl7pPr>
            <a:lvl8pPr lvl="7">
              <a:buNone/>
              <a:defRPr sz="947"/>
            </a:lvl8pPr>
            <a:lvl9pPr lvl="8">
              <a:buNone/>
              <a:defRPr sz="947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6609" y="280331"/>
            <a:ext cx="8654700" cy="360600"/>
          </a:xfrm>
          <a:prstGeom prst="rect">
            <a:avLst/>
          </a:prstGeom>
        </p:spPr>
        <p:txBody>
          <a:bodyPr spcFirstLastPara="1" wrap="square" lIns="86625" tIns="86625" rIns="86625" bIns="866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1pPr>
            <a:lvl2pPr lvl="1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2pPr>
            <a:lvl3pPr lvl="2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3pPr>
            <a:lvl4pPr lvl="3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4pPr>
            <a:lvl5pPr lvl="4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5pPr>
            <a:lvl6pPr lvl="5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6pPr>
            <a:lvl7pPr lvl="6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7pPr>
            <a:lvl8pPr lvl="7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8pPr>
            <a:lvl9pPr lvl="8">
              <a:spcBef>
                <a:spcPts val="0"/>
              </a:spcBef>
              <a:spcAft>
                <a:spcPts val="0"/>
              </a:spcAft>
              <a:buSzPts val="2653"/>
              <a:buNone/>
              <a:defRPr sz="2653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605882" y="2937459"/>
            <a:ext cx="557400" cy="2478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 fontScale="62500" lnSpcReduction="20000"/>
          </a:bodyPr>
          <a:lstStyle>
            <a:lvl1pPr lvl="0">
              <a:buNone/>
              <a:defRPr sz="947"/>
            </a:lvl1pPr>
            <a:lvl2pPr lvl="1">
              <a:buNone/>
              <a:defRPr sz="947"/>
            </a:lvl2pPr>
            <a:lvl3pPr lvl="2">
              <a:buNone/>
              <a:defRPr sz="947"/>
            </a:lvl3pPr>
            <a:lvl4pPr lvl="3">
              <a:buNone/>
              <a:defRPr sz="947"/>
            </a:lvl4pPr>
            <a:lvl5pPr lvl="4">
              <a:buNone/>
              <a:defRPr sz="947"/>
            </a:lvl5pPr>
            <a:lvl6pPr lvl="5">
              <a:buNone/>
              <a:defRPr sz="947"/>
            </a:lvl6pPr>
            <a:lvl7pPr lvl="6">
              <a:buNone/>
              <a:defRPr sz="947"/>
            </a:lvl7pPr>
            <a:lvl8pPr lvl="7">
              <a:buNone/>
              <a:defRPr sz="947"/>
            </a:lvl8pPr>
            <a:lvl9pPr lvl="8">
              <a:buNone/>
              <a:defRPr sz="947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6609" y="349984"/>
            <a:ext cx="2852400" cy="476100"/>
          </a:xfrm>
          <a:prstGeom prst="rect">
            <a:avLst/>
          </a:prstGeom>
        </p:spPr>
        <p:txBody>
          <a:bodyPr spcFirstLastPara="1" wrap="square" lIns="86625" tIns="86625" rIns="86625" bIns="866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74"/>
              <a:buNone/>
              <a:defRPr sz="2274"/>
            </a:lvl1pPr>
            <a:lvl2pPr lvl="1">
              <a:spcBef>
                <a:spcPts val="0"/>
              </a:spcBef>
              <a:spcAft>
                <a:spcPts val="0"/>
              </a:spcAft>
              <a:buSzPts val="2274"/>
              <a:buNone/>
              <a:defRPr sz="2274"/>
            </a:lvl2pPr>
            <a:lvl3pPr lvl="2">
              <a:spcBef>
                <a:spcPts val="0"/>
              </a:spcBef>
              <a:spcAft>
                <a:spcPts val="0"/>
              </a:spcAft>
              <a:buSzPts val="2274"/>
              <a:buNone/>
              <a:defRPr sz="2274"/>
            </a:lvl3pPr>
            <a:lvl4pPr lvl="3">
              <a:spcBef>
                <a:spcPts val="0"/>
              </a:spcBef>
              <a:spcAft>
                <a:spcPts val="0"/>
              </a:spcAft>
              <a:buSzPts val="2274"/>
              <a:buNone/>
              <a:defRPr sz="2274"/>
            </a:lvl4pPr>
            <a:lvl5pPr lvl="4">
              <a:spcBef>
                <a:spcPts val="0"/>
              </a:spcBef>
              <a:spcAft>
                <a:spcPts val="0"/>
              </a:spcAft>
              <a:buSzPts val="2274"/>
              <a:buNone/>
              <a:defRPr sz="2274"/>
            </a:lvl5pPr>
            <a:lvl6pPr lvl="5">
              <a:spcBef>
                <a:spcPts val="0"/>
              </a:spcBef>
              <a:spcAft>
                <a:spcPts val="0"/>
              </a:spcAft>
              <a:buSzPts val="2274"/>
              <a:buNone/>
              <a:defRPr sz="2274"/>
            </a:lvl6pPr>
            <a:lvl7pPr lvl="6">
              <a:spcBef>
                <a:spcPts val="0"/>
              </a:spcBef>
              <a:spcAft>
                <a:spcPts val="0"/>
              </a:spcAft>
              <a:buSzPts val="2274"/>
              <a:buNone/>
              <a:defRPr sz="2274"/>
            </a:lvl7pPr>
            <a:lvl8pPr lvl="7">
              <a:spcBef>
                <a:spcPts val="0"/>
              </a:spcBef>
              <a:spcAft>
                <a:spcPts val="0"/>
              </a:spcAft>
              <a:buSzPts val="2274"/>
              <a:buNone/>
              <a:defRPr sz="2274"/>
            </a:lvl8pPr>
            <a:lvl9pPr lvl="8">
              <a:spcBef>
                <a:spcPts val="0"/>
              </a:spcBef>
              <a:spcAft>
                <a:spcPts val="0"/>
              </a:spcAft>
              <a:buSzPts val="2274"/>
              <a:buNone/>
              <a:defRPr sz="227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6609" y="875339"/>
            <a:ext cx="2852400" cy="2002800"/>
          </a:xfrm>
          <a:prstGeom prst="rect">
            <a:avLst/>
          </a:prstGeom>
        </p:spPr>
        <p:txBody>
          <a:bodyPr spcFirstLastPara="1" wrap="square" lIns="86625" tIns="86625" rIns="86625" bIns="86625" anchor="t" anchorCtr="0">
            <a:normAutofit/>
          </a:bodyPr>
          <a:lstStyle>
            <a:lvl1pPr marL="457200" lvl="0" indent="-300802">
              <a:spcBef>
                <a:spcPts val="0"/>
              </a:spcBef>
              <a:spcAft>
                <a:spcPts val="0"/>
              </a:spcAft>
              <a:buSzPts val="1137"/>
              <a:buChar char="●"/>
              <a:defRPr sz="1137"/>
            </a:lvl1pPr>
            <a:lvl2pPr marL="914400" lvl="1" indent="-300802">
              <a:spcBef>
                <a:spcPts val="0"/>
              </a:spcBef>
              <a:spcAft>
                <a:spcPts val="0"/>
              </a:spcAft>
              <a:buSzPts val="1137"/>
              <a:buChar char="○"/>
              <a:defRPr sz="1137"/>
            </a:lvl2pPr>
            <a:lvl3pPr marL="1371600" lvl="2" indent="-300802">
              <a:spcBef>
                <a:spcPts val="0"/>
              </a:spcBef>
              <a:spcAft>
                <a:spcPts val="0"/>
              </a:spcAft>
              <a:buSzPts val="1137"/>
              <a:buChar char="■"/>
              <a:defRPr sz="1137"/>
            </a:lvl3pPr>
            <a:lvl4pPr marL="1828800" lvl="3" indent="-300802">
              <a:spcBef>
                <a:spcPts val="0"/>
              </a:spcBef>
              <a:spcAft>
                <a:spcPts val="0"/>
              </a:spcAft>
              <a:buSzPts val="1137"/>
              <a:buChar char="●"/>
              <a:defRPr sz="1137"/>
            </a:lvl4pPr>
            <a:lvl5pPr marL="2286000" lvl="4" indent="-300802">
              <a:spcBef>
                <a:spcPts val="0"/>
              </a:spcBef>
              <a:spcAft>
                <a:spcPts val="0"/>
              </a:spcAft>
              <a:buSzPts val="1137"/>
              <a:buChar char="○"/>
              <a:defRPr sz="1137"/>
            </a:lvl5pPr>
            <a:lvl6pPr marL="2743200" lvl="5" indent="-300802">
              <a:spcBef>
                <a:spcPts val="0"/>
              </a:spcBef>
              <a:spcAft>
                <a:spcPts val="0"/>
              </a:spcAft>
              <a:buSzPts val="1137"/>
              <a:buChar char="■"/>
              <a:defRPr sz="1137"/>
            </a:lvl6pPr>
            <a:lvl7pPr marL="3200400" lvl="6" indent="-300802">
              <a:spcBef>
                <a:spcPts val="0"/>
              </a:spcBef>
              <a:spcAft>
                <a:spcPts val="0"/>
              </a:spcAft>
              <a:buSzPts val="1137"/>
              <a:buChar char="●"/>
              <a:defRPr sz="1137"/>
            </a:lvl7pPr>
            <a:lvl8pPr marL="3657600" lvl="7" indent="-300802">
              <a:spcBef>
                <a:spcPts val="0"/>
              </a:spcBef>
              <a:spcAft>
                <a:spcPts val="0"/>
              </a:spcAft>
              <a:buSzPts val="1137"/>
              <a:buChar char="○"/>
              <a:defRPr sz="1137"/>
            </a:lvl8pPr>
            <a:lvl9pPr marL="4114800" lvl="8" indent="-300802">
              <a:spcBef>
                <a:spcPts val="0"/>
              </a:spcBef>
              <a:spcAft>
                <a:spcPts val="0"/>
              </a:spcAft>
              <a:buSzPts val="1137"/>
              <a:buChar char="■"/>
              <a:defRPr sz="1137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605882" y="2937459"/>
            <a:ext cx="557400" cy="2478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 fontScale="62500" lnSpcReduction="20000"/>
          </a:bodyPr>
          <a:lstStyle>
            <a:lvl1pPr lvl="0">
              <a:buNone/>
              <a:defRPr sz="947"/>
            </a:lvl1pPr>
            <a:lvl2pPr lvl="1">
              <a:buNone/>
              <a:defRPr sz="947"/>
            </a:lvl2pPr>
            <a:lvl3pPr lvl="2">
              <a:buNone/>
              <a:defRPr sz="947"/>
            </a:lvl3pPr>
            <a:lvl4pPr lvl="3">
              <a:buNone/>
              <a:defRPr sz="947"/>
            </a:lvl4pPr>
            <a:lvl5pPr lvl="4">
              <a:buNone/>
              <a:defRPr sz="947"/>
            </a:lvl5pPr>
            <a:lvl6pPr lvl="5">
              <a:buNone/>
              <a:defRPr sz="947"/>
            </a:lvl6pPr>
            <a:lvl7pPr lvl="6">
              <a:buNone/>
              <a:defRPr sz="947"/>
            </a:lvl7pPr>
            <a:lvl8pPr lvl="7">
              <a:buNone/>
              <a:defRPr sz="947"/>
            </a:lvl8pPr>
            <a:lvl9pPr lvl="8">
              <a:buNone/>
              <a:defRPr sz="947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7970" y="283559"/>
            <a:ext cx="6468000" cy="25770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48"/>
              <a:buNone/>
              <a:defRPr sz="4548"/>
            </a:lvl1pPr>
            <a:lvl2pPr lvl="1">
              <a:spcBef>
                <a:spcPts val="0"/>
              </a:spcBef>
              <a:spcAft>
                <a:spcPts val="0"/>
              </a:spcAft>
              <a:buSzPts val="4548"/>
              <a:buNone/>
              <a:defRPr sz="4548"/>
            </a:lvl2pPr>
            <a:lvl3pPr lvl="2">
              <a:spcBef>
                <a:spcPts val="0"/>
              </a:spcBef>
              <a:spcAft>
                <a:spcPts val="0"/>
              </a:spcAft>
              <a:buSzPts val="4548"/>
              <a:buNone/>
              <a:defRPr sz="4548"/>
            </a:lvl3pPr>
            <a:lvl4pPr lvl="3">
              <a:spcBef>
                <a:spcPts val="0"/>
              </a:spcBef>
              <a:spcAft>
                <a:spcPts val="0"/>
              </a:spcAft>
              <a:buSzPts val="4548"/>
              <a:buNone/>
              <a:defRPr sz="4548"/>
            </a:lvl4pPr>
            <a:lvl5pPr lvl="4">
              <a:spcBef>
                <a:spcPts val="0"/>
              </a:spcBef>
              <a:spcAft>
                <a:spcPts val="0"/>
              </a:spcAft>
              <a:buSzPts val="4548"/>
              <a:buNone/>
              <a:defRPr sz="4548"/>
            </a:lvl5pPr>
            <a:lvl6pPr lvl="5">
              <a:spcBef>
                <a:spcPts val="0"/>
              </a:spcBef>
              <a:spcAft>
                <a:spcPts val="0"/>
              </a:spcAft>
              <a:buSzPts val="4548"/>
              <a:buNone/>
              <a:defRPr sz="4548"/>
            </a:lvl6pPr>
            <a:lvl7pPr lvl="6">
              <a:spcBef>
                <a:spcPts val="0"/>
              </a:spcBef>
              <a:spcAft>
                <a:spcPts val="0"/>
              </a:spcAft>
              <a:buSzPts val="4548"/>
              <a:buNone/>
              <a:defRPr sz="4548"/>
            </a:lvl7pPr>
            <a:lvl8pPr lvl="7">
              <a:spcBef>
                <a:spcPts val="0"/>
              </a:spcBef>
              <a:spcAft>
                <a:spcPts val="0"/>
              </a:spcAft>
              <a:buSzPts val="4548"/>
              <a:buNone/>
              <a:defRPr sz="4548"/>
            </a:lvl8pPr>
            <a:lvl9pPr lvl="8">
              <a:spcBef>
                <a:spcPts val="0"/>
              </a:spcBef>
              <a:spcAft>
                <a:spcPts val="0"/>
              </a:spcAft>
              <a:buSzPts val="4548"/>
              <a:buNone/>
              <a:defRPr sz="4548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605882" y="2937459"/>
            <a:ext cx="557400" cy="2478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 fontScale="62500" lnSpcReduction="20000"/>
          </a:bodyPr>
          <a:lstStyle>
            <a:lvl1pPr lvl="0">
              <a:buNone/>
              <a:defRPr sz="947"/>
            </a:lvl1pPr>
            <a:lvl2pPr lvl="1">
              <a:buNone/>
              <a:defRPr sz="947"/>
            </a:lvl2pPr>
            <a:lvl3pPr lvl="2">
              <a:buNone/>
              <a:defRPr sz="947"/>
            </a:lvl3pPr>
            <a:lvl4pPr lvl="3">
              <a:buNone/>
              <a:defRPr sz="947"/>
            </a:lvl4pPr>
            <a:lvl5pPr lvl="4">
              <a:buNone/>
              <a:defRPr sz="947"/>
            </a:lvl5pPr>
            <a:lvl6pPr lvl="5">
              <a:buNone/>
              <a:defRPr sz="947"/>
            </a:lvl6pPr>
            <a:lvl7pPr lvl="6">
              <a:buNone/>
              <a:defRPr sz="947"/>
            </a:lvl7pPr>
            <a:lvl8pPr lvl="7">
              <a:buNone/>
              <a:defRPr sz="947"/>
            </a:lvl8pPr>
            <a:lvl9pPr lvl="8">
              <a:buNone/>
              <a:defRPr sz="947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644000" y="-79"/>
            <a:ext cx="4644000" cy="32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86625" tIns="86625" rIns="86625" bIns="866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9681" y="776803"/>
            <a:ext cx="4108800" cy="933600"/>
          </a:xfrm>
          <a:prstGeom prst="rect">
            <a:avLst/>
          </a:prstGeom>
        </p:spPr>
        <p:txBody>
          <a:bodyPr spcFirstLastPara="1" wrap="square" lIns="86625" tIns="86625" rIns="86625" bIns="866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980"/>
              <a:buNone/>
              <a:defRPr sz="3979"/>
            </a:lvl1pPr>
            <a:lvl2pPr lvl="1" algn="ctr">
              <a:spcBef>
                <a:spcPts val="0"/>
              </a:spcBef>
              <a:spcAft>
                <a:spcPts val="0"/>
              </a:spcAft>
              <a:buSzPts val="3980"/>
              <a:buNone/>
              <a:defRPr sz="3979"/>
            </a:lvl2pPr>
            <a:lvl3pPr lvl="2" algn="ctr">
              <a:spcBef>
                <a:spcPts val="0"/>
              </a:spcBef>
              <a:spcAft>
                <a:spcPts val="0"/>
              </a:spcAft>
              <a:buSzPts val="3980"/>
              <a:buNone/>
              <a:defRPr sz="3979"/>
            </a:lvl3pPr>
            <a:lvl4pPr lvl="3" algn="ctr">
              <a:spcBef>
                <a:spcPts val="0"/>
              </a:spcBef>
              <a:spcAft>
                <a:spcPts val="0"/>
              </a:spcAft>
              <a:buSzPts val="3980"/>
              <a:buNone/>
              <a:defRPr sz="3979"/>
            </a:lvl4pPr>
            <a:lvl5pPr lvl="4" algn="ctr">
              <a:spcBef>
                <a:spcPts val="0"/>
              </a:spcBef>
              <a:spcAft>
                <a:spcPts val="0"/>
              </a:spcAft>
              <a:buSzPts val="3980"/>
              <a:buNone/>
              <a:defRPr sz="3979"/>
            </a:lvl5pPr>
            <a:lvl6pPr lvl="5" algn="ctr">
              <a:spcBef>
                <a:spcPts val="0"/>
              </a:spcBef>
              <a:spcAft>
                <a:spcPts val="0"/>
              </a:spcAft>
              <a:buSzPts val="3980"/>
              <a:buNone/>
              <a:defRPr sz="3979"/>
            </a:lvl6pPr>
            <a:lvl7pPr lvl="6" algn="ctr">
              <a:spcBef>
                <a:spcPts val="0"/>
              </a:spcBef>
              <a:spcAft>
                <a:spcPts val="0"/>
              </a:spcAft>
              <a:buSzPts val="3980"/>
              <a:buNone/>
              <a:defRPr sz="3979"/>
            </a:lvl7pPr>
            <a:lvl8pPr lvl="7" algn="ctr">
              <a:spcBef>
                <a:spcPts val="0"/>
              </a:spcBef>
              <a:spcAft>
                <a:spcPts val="0"/>
              </a:spcAft>
              <a:buSzPts val="3980"/>
              <a:buNone/>
              <a:defRPr sz="3979"/>
            </a:lvl8pPr>
            <a:lvl9pPr lvl="8" algn="ctr">
              <a:spcBef>
                <a:spcPts val="0"/>
              </a:spcBef>
              <a:spcAft>
                <a:spcPts val="0"/>
              </a:spcAft>
              <a:buSzPts val="3980"/>
              <a:buNone/>
              <a:defRPr sz="3979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9681" y="1765717"/>
            <a:ext cx="4108800" cy="778200"/>
          </a:xfrm>
          <a:prstGeom prst="rect">
            <a:avLst/>
          </a:prstGeom>
        </p:spPr>
        <p:txBody>
          <a:bodyPr spcFirstLastPara="1" wrap="square" lIns="86625" tIns="86625" rIns="86625" bIns="866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0"/>
              <a:buNone/>
              <a:defRPr sz="198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0"/>
              <a:buNone/>
              <a:defRPr sz="198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0"/>
              <a:buNone/>
              <a:defRPr sz="198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0"/>
              <a:buNone/>
              <a:defRPr sz="198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0"/>
              <a:buNone/>
              <a:defRPr sz="198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0"/>
              <a:buNone/>
              <a:defRPr sz="198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0"/>
              <a:buNone/>
              <a:defRPr sz="198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0"/>
              <a:buNone/>
              <a:defRPr sz="198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90"/>
              <a:buNone/>
              <a:defRPr sz="1989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017287" y="456110"/>
            <a:ext cx="3897300" cy="23277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/>
          </a:bodyPr>
          <a:lstStyle>
            <a:lvl1pPr marL="457200" lvl="0" indent="-336903">
              <a:spcBef>
                <a:spcPts val="0"/>
              </a:spcBef>
              <a:spcAft>
                <a:spcPts val="0"/>
              </a:spcAft>
              <a:buSzPts val="1706"/>
              <a:buChar char="●"/>
              <a:defRPr sz="1705"/>
            </a:lvl1pPr>
            <a:lvl2pPr marL="914400" lvl="1" indent="-312835">
              <a:spcBef>
                <a:spcPts val="0"/>
              </a:spcBef>
              <a:spcAft>
                <a:spcPts val="0"/>
              </a:spcAft>
              <a:buSzPts val="1327"/>
              <a:buChar char="○"/>
              <a:defRPr sz="1326"/>
            </a:lvl2pPr>
            <a:lvl3pPr marL="1371600" lvl="2" indent="-312835">
              <a:spcBef>
                <a:spcPts val="0"/>
              </a:spcBef>
              <a:spcAft>
                <a:spcPts val="0"/>
              </a:spcAft>
              <a:buSzPts val="1327"/>
              <a:buChar char="■"/>
              <a:defRPr sz="1326"/>
            </a:lvl3pPr>
            <a:lvl4pPr marL="1828800" lvl="3" indent="-312835">
              <a:spcBef>
                <a:spcPts val="0"/>
              </a:spcBef>
              <a:spcAft>
                <a:spcPts val="0"/>
              </a:spcAft>
              <a:buSzPts val="1327"/>
              <a:buChar char="●"/>
              <a:defRPr sz="1326"/>
            </a:lvl4pPr>
            <a:lvl5pPr marL="2286000" lvl="4" indent="-312835">
              <a:spcBef>
                <a:spcPts val="0"/>
              </a:spcBef>
              <a:spcAft>
                <a:spcPts val="0"/>
              </a:spcAft>
              <a:buSzPts val="1327"/>
              <a:buChar char="○"/>
              <a:defRPr sz="1326"/>
            </a:lvl5pPr>
            <a:lvl6pPr marL="2743200" lvl="5" indent="-312835">
              <a:spcBef>
                <a:spcPts val="0"/>
              </a:spcBef>
              <a:spcAft>
                <a:spcPts val="0"/>
              </a:spcAft>
              <a:buSzPts val="1327"/>
              <a:buChar char="■"/>
              <a:defRPr sz="1326"/>
            </a:lvl6pPr>
            <a:lvl7pPr marL="3200400" lvl="6" indent="-312835">
              <a:spcBef>
                <a:spcPts val="0"/>
              </a:spcBef>
              <a:spcAft>
                <a:spcPts val="0"/>
              </a:spcAft>
              <a:buSzPts val="1327"/>
              <a:buChar char="●"/>
              <a:defRPr sz="1326"/>
            </a:lvl7pPr>
            <a:lvl8pPr marL="3657600" lvl="7" indent="-312835">
              <a:spcBef>
                <a:spcPts val="0"/>
              </a:spcBef>
              <a:spcAft>
                <a:spcPts val="0"/>
              </a:spcAft>
              <a:buSzPts val="1327"/>
              <a:buChar char="○"/>
              <a:defRPr sz="1326"/>
            </a:lvl8pPr>
            <a:lvl9pPr marL="4114800" lvl="8" indent="-312835">
              <a:spcBef>
                <a:spcPts val="0"/>
              </a:spcBef>
              <a:spcAft>
                <a:spcPts val="0"/>
              </a:spcAft>
              <a:buSzPts val="1327"/>
              <a:buChar char="■"/>
              <a:defRPr sz="1326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605882" y="2937459"/>
            <a:ext cx="557400" cy="2478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 fontScale="62500" lnSpcReduction="20000"/>
          </a:bodyPr>
          <a:lstStyle>
            <a:lvl1pPr lvl="0">
              <a:buNone/>
              <a:defRPr sz="947"/>
            </a:lvl1pPr>
            <a:lvl2pPr lvl="1">
              <a:buNone/>
              <a:defRPr sz="947"/>
            </a:lvl2pPr>
            <a:lvl3pPr lvl="2">
              <a:buNone/>
              <a:defRPr sz="947"/>
            </a:lvl3pPr>
            <a:lvl4pPr lvl="3">
              <a:buNone/>
              <a:defRPr sz="947"/>
            </a:lvl4pPr>
            <a:lvl5pPr lvl="4">
              <a:buNone/>
              <a:defRPr sz="947"/>
            </a:lvl5pPr>
            <a:lvl6pPr lvl="5">
              <a:buNone/>
              <a:defRPr sz="947"/>
            </a:lvl6pPr>
            <a:lvl7pPr lvl="6">
              <a:buNone/>
              <a:defRPr sz="947"/>
            </a:lvl7pPr>
            <a:lvl8pPr lvl="7">
              <a:buNone/>
              <a:defRPr sz="947"/>
            </a:lvl8pPr>
            <a:lvl9pPr lvl="8">
              <a:buNone/>
              <a:defRPr sz="947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6609" y="2664929"/>
            <a:ext cx="6093300" cy="3813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6"/>
              <a:buNone/>
              <a:defRPr sz="1705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605882" y="2937459"/>
            <a:ext cx="557400" cy="2478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 fontScale="62500" lnSpcReduction="20000"/>
          </a:bodyPr>
          <a:lstStyle>
            <a:lvl1pPr lvl="0">
              <a:buNone/>
              <a:defRPr sz="947"/>
            </a:lvl1pPr>
            <a:lvl2pPr lvl="1">
              <a:buNone/>
              <a:defRPr sz="947"/>
            </a:lvl2pPr>
            <a:lvl3pPr lvl="2">
              <a:buNone/>
              <a:defRPr sz="947"/>
            </a:lvl3pPr>
            <a:lvl4pPr lvl="3">
              <a:buNone/>
              <a:defRPr sz="947"/>
            </a:lvl4pPr>
            <a:lvl5pPr lvl="4">
              <a:buNone/>
              <a:defRPr sz="947"/>
            </a:lvl5pPr>
            <a:lvl6pPr lvl="5">
              <a:buNone/>
              <a:defRPr sz="947"/>
            </a:lvl6pPr>
            <a:lvl7pPr lvl="6">
              <a:buNone/>
              <a:defRPr sz="947"/>
            </a:lvl7pPr>
            <a:lvl8pPr lvl="7">
              <a:buNone/>
              <a:defRPr sz="947"/>
            </a:lvl8pPr>
            <a:lvl9pPr lvl="8">
              <a:buNone/>
              <a:defRPr sz="947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6609" y="696772"/>
            <a:ext cx="8654700" cy="1236900"/>
          </a:xfrm>
          <a:prstGeom prst="rect">
            <a:avLst/>
          </a:prstGeom>
        </p:spPr>
        <p:txBody>
          <a:bodyPr spcFirstLastPara="1" wrap="square" lIns="86625" tIns="86625" rIns="86625" bIns="866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370"/>
              <a:buNone/>
              <a:defRPr sz="11370"/>
            </a:lvl1pPr>
            <a:lvl2pPr lvl="1" algn="ctr">
              <a:spcBef>
                <a:spcPts val="0"/>
              </a:spcBef>
              <a:spcAft>
                <a:spcPts val="0"/>
              </a:spcAft>
              <a:buSzPts val="11370"/>
              <a:buNone/>
              <a:defRPr sz="11370"/>
            </a:lvl2pPr>
            <a:lvl3pPr lvl="2" algn="ctr">
              <a:spcBef>
                <a:spcPts val="0"/>
              </a:spcBef>
              <a:spcAft>
                <a:spcPts val="0"/>
              </a:spcAft>
              <a:buSzPts val="11370"/>
              <a:buNone/>
              <a:defRPr sz="11370"/>
            </a:lvl3pPr>
            <a:lvl4pPr lvl="3" algn="ctr">
              <a:spcBef>
                <a:spcPts val="0"/>
              </a:spcBef>
              <a:spcAft>
                <a:spcPts val="0"/>
              </a:spcAft>
              <a:buSzPts val="11370"/>
              <a:buNone/>
              <a:defRPr sz="11370"/>
            </a:lvl4pPr>
            <a:lvl5pPr lvl="4" algn="ctr">
              <a:spcBef>
                <a:spcPts val="0"/>
              </a:spcBef>
              <a:spcAft>
                <a:spcPts val="0"/>
              </a:spcAft>
              <a:buSzPts val="11370"/>
              <a:buNone/>
              <a:defRPr sz="11370"/>
            </a:lvl5pPr>
            <a:lvl6pPr lvl="5" algn="ctr">
              <a:spcBef>
                <a:spcPts val="0"/>
              </a:spcBef>
              <a:spcAft>
                <a:spcPts val="0"/>
              </a:spcAft>
              <a:buSzPts val="11370"/>
              <a:buNone/>
              <a:defRPr sz="11370"/>
            </a:lvl6pPr>
            <a:lvl7pPr lvl="6" algn="ctr">
              <a:spcBef>
                <a:spcPts val="0"/>
              </a:spcBef>
              <a:spcAft>
                <a:spcPts val="0"/>
              </a:spcAft>
              <a:buSzPts val="11370"/>
              <a:buNone/>
              <a:defRPr sz="11370"/>
            </a:lvl7pPr>
            <a:lvl8pPr lvl="7" algn="ctr">
              <a:spcBef>
                <a:spcPts val="0"/>
              </a:spcBef>
              <a:spcAft>
                <a:spcPts val="0"/>
              </a:spcAft>
              <a:buSzPts val="11370"/>
              <a:buNone/>
              <a:defRPr sz="11370"/>
            </a:lvl8pPr>
            <a:lvl9pPr lvl="8" algn="ctr">
              <a:spcBef>
                <a:spcPts val="0"/>
              </a:spcBef>
              <a:spcAft>
                <a:spcPts val="0"/>
              </a:spcAft>
              <a:buSzPts val="11370"/>
              <a:buNone/>
              <a:defRPr sz="1137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6609" y="1985654"/>
            <a:ext cx="8654700" cy="819600"/>
          </a:xfrm>
          <a:prstGeom prst="rect">
            <a:avLst/>
          </a:prstGeom>
        </p:spPr>
        <p:txBody>
          <a:bodyPr spcFirstLastPara="1" wrap="square" lIns="86625" tIns="86625" rIns="86625" bIns="86625" anchor="t" anchorCtr="0">
            <a:normAutofit/>
          </a:bodyPr>
          <a:lstStyle>
            <a:lvl1pPr marL="457200" lvl="0" indent="-336903" algn="ctr">
              <a:spcBef>
                <a:spcPts val="0"/>
              </a:spcBef>
              <a:spcAft>
                <a:spcPts val="0"/>
              </a:spcAft>
              <a:buSzPts val="1706"/>
              <a:buChar char="●"/>
              <a:defRPr sz="1705"/>
            </a:lvl1pPr>
            <a:lvl2pPr marL="914400" lvl="1" indent="-312835" algn="ctr">
              <a:spcBef>
                <a:spcPts val="0"/>
              </a:spcBef>
              <a:spcAft>
                <a:spcPts val="0"/>
              </a:spcAft>
              <a:buSzPts val="1327"/>
              <a:buChar char="○"/>
              <a:defRPr sz="1326"/>
            </a:lvl2pPr>
            <a:lvl3pPr marL="1371600" lvl="2" indent="-312835" algn="ctr">
              <a:spcBef>
                <a:spcPts val="0"/>
              </a:spcBef>
              <a:spcAft>
                <a:spcPts val="0"/>
              </a:spcAft>
              <a:buSzPts val="1327"/>
              <a:buChar char="■"/>
              <a:defRPr sz="1326"/>
            </a:lvl3pPr>
            <a:lvl4pPr marL="1828800" lvl="3" indent="-312835" algn="ctr">
              <a:spcBef>
                <a:spcPts val="0"/>
              </a:spcBef>
              <a:spcAft>
                <a:spcPts val="0"/>
              </a:spcAft>
              <a:buSzPts val="1327"/>
              <a:buChar char="●"/>
              <a:defRPr sz="1326"/>
            </a:lvl4pPr>
            <a:lvl5pPr marL="2286000" lvl="4" indent="-312835" algn="ctr">
              <a:spcBef>
                <a:spcPts val="0"/>
              </a:spcBef>
              <a:spcAft>
                <a:spcPts val="0"/>
              </a:spcAft>
              <a:buSzPts val="1327"/>
              <a:buChar char="○"/>
              <a:defRPr sz="1326"/>
            </a:lvl5pPr>
            <a:lvl6pPr marL="2743200" lvl="5" indent="-312835" algn="ctr">
              <a:spcBef>
                <a:spcPts val="0"/>
              </a:spcBef>
              <a:spcAft>
                <a:spcPts val="0"/>
              </a:spcAft>
              <a:buSzPts val="1327"/>
              <a:buChar char="■"/>
              <a:defRPr sz="1326"/>
            </a:lvl6pPr>
            <a:lvl7pPr marL="3200400" lvl="6" indent="-312835" algn="ctr">
              <a:spcBef>
                <a:spcPts val="0"/>
              </a:spcBef>
              <a:spcAft>
                <a:spcPts val="0"/>
              </a:spcAft>
              <a:buSzPts val="1327"/>
              <a:buChar char="●"/>
              <a:defRPr sz="1326"/>
            </a:lvl7pPr>
            <a:lvl8pPr marL="3657600" lvl="7" indent="-312835" algn="ctr">
              <a:spcBef>
                <a:spcPts val="0"/>
              </a:spcBef>
              <a:spcAft>
                <a:spcPts val="0"/>
              </a:spcAft>
              <a:buSzPts val="1327"/>
              <a:buChar char="○"/>
              <a:defRPr sz="1326"/>
            </a:lvl8pPr>
            <a:lvl9pPr marL="4114800" lvl="8" indent="-312835" algn="ctr">
              <a:spcBef>
                <a:spcPts val="0"/>
              </a:spcBef>
              <a:spcAft>
                <a:spcPts val="0"/>
              </a:spcAft>
              <a:buSzPts val="1327"/>
              <a:buChar char="■"/>
              <a:defRPr sz="1326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605882" y="2937459"/>
            <a:ext cx="557400" cy="2478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 fontScale="62500" lnSpcReduction="20000"/>
          </a:bodyPr>
          <a:lstStyle>
            <a:lvl1pPr lvl="0">
              <a:buNone/>
              <a:defRPr sz="947"/>
            </a:lvl1pPr>
            <a:lvl2pPr lvl="1">
              <a:buNone/>
              <a:defRPr sz="947"/>
            </a:lvl2pPr>
            <a:lvl3pPr lvl="2">
              <a:buNone/>
              <a:defRPr sz="947"/>
            </a:lvl3pPr>
            <a:lvl4pPr lvl="3">
              <a:buNone/>
              <a:defRPr sz="947"/>
            </a:lvl4pPr>
            <a:lvl5pPr lvl="4">
              <a:buNone/>
              <a:defRPr sz="947"/>
            </a:lvl5pPr>
            <a:lvl6pPr lvl="5">
              <a:buNone/>
              <a:defRPr sz="947"/>
            </a:lvl6pPr>
            <a:lvl7pPr lvl="6">
              <a:buNone/>
              <a:defRPr sz="947"/>
            </a:lvl7pPr>
            <a:lvl8pPr lvl="7">
              <a:buNone/>
              <a:defRPr sz="947"/>
            </a:lvl8pPr>
            <a:lvl9pPr lvl="8">
              <a:buNone/>
              <a:defRPr sz="947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05882" y="2937459"/>
            <a:ext cx="557400" cy="247800"/>
          </a:xfrm>
          <a:prstGeom prst="rect">
            <a:avLst/>
          </a:prstGeom>
        </p:spPr>
        <p:txBody>
          <a:bodyPr spcFirstLastPara="1" wrap="square" lIns="86625" tIns="86625" rIns="86625" bIns="86625" anchor="ctr" anchorCtr="0">
            <a:normAutofit fontScale="62500" lnSpcReduction="20000"/>
          </a:bodyPr>
          <a:lstStyle>
            <a:lvl1pPr lvl="0">
              <a:buNone/>
              <a:defRPr sz="947"/>
            </a:lvl1pPr>
            <a:lvl2pPr lvl="1">
              <a:buNone/>
              <a:defRPr sz="947"/>
            </a:lvl2pPr>
            <a:lvl3pPr lvl="2">
              <a:buNone/>
              <a:defRPr sz="947"/>
            </a:lvl3pPr>
            <a:lvl4pPr lvl="3">
              <a:buNone/>
              <a:defRPr sz="947"/>
            </a:lvl4pPr>
            <a:lvl5pPr lvl="4">
              <a:buNone/>
              <a:defRPr sz="947"/>
            </a:lvl5pPr>
            <a:lvl6pPr lvl="5">
              <a:buNone/>
              <a:defRPr sz="947"/>
            </a:lvl6pPr>
            <a:lvl7pPr lvl="6">
              <a:buNone/>
              <a:defRPr sz="947"/>
            </a:lvl7pPr>
            <a:lvl8pPr lvl="7">
              <a:buNone/>
              <a:defRPr sz="947"/>
            </a:lvl8pPr>
            <a:lvl9pPr lvl="8">
              <a:buNone/>
              <a:defRPr sz="947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6609" y="280331"/>
            <a:ext cx="86547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625" tIns="86625" rIns="86625" bIns="866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3"/>
              <a:buNone/>
              <a:defRPr sz="265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3"/>
              <a:buNone/>
              <a:defRPr sz="265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3"/>
              <a:buNone/>
              <a:defRPr sz="265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3"/>
              <a:buNone/>
              <a:defRPr sz="265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3"/>
              <a:buNone/>
              <a:defRPr sz="265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3"/>
              <a:buNone/>
              <a:defRPr sz="265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3"/>
              <a:buNone/>
              <a:defRPr sz="265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3"/>
              <a:buNone/>
              <a:defRPr sz="265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3"/>
              <a:buNone/>
              <a:defRPr sz="265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6609" y="725969"/>
            <a:ext cx="8654700" cy="21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625" tIns="86625" rIns="86625" bIns="86625" anchor="t" anchorCtr="0">
            <a:normAutofit/>
          </a:bodyPr>
          <a:lstStyle>
            <a:lvl1pPr marL="457200" lvl="0" indent="-33690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6"/>
              <a:buChar char="●"/>
              <a:defRPr sz="1705">
                <a:solidFill>
                  <a:schemeClr val="dk2"/>
                </a:solidFill>
              </a:defRPr>
            </a:lvl1pPr>
            <a:lvl2pPr marL="914400" lvl="1" indent="-31283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7"/>
              <a:buChar char="○"/>
              <a:defRPr sz="1326">
                <a:solidFill>
                  <a:schemeClr val="dk2"/>
                </a:solidFill>
              </a:defRPr>
            </a:lvl2pPr>
            <a:lvl3pPr marL="1371600" lvl="2" indent="-31283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7"/>
              <a:buChar char="■"/>
              <a:defRPr sz="1326">
                <a:solidFill>
                  <a:schemeClr val="dk2"/>
                </a:solidFill>
              </a:defRPr>
            </a:lvl3pPr>
            <a:lvl4pPr marL="1828800" lvl="3" indent="-31283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7"/>
              <a:buChar char="●"/>
              <a:defRPr sz="1326">
                <a:solidFill>
                  <a:schemeClr val="dk2"/>
                </a:solidFill>
              </a:defRPr>
            </a:lvl4pPr>
            <a:lvl5pPr marL="2286000" lvl="4" indent="-31283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7"/>
              <a:buChar char="○"/>
              <a:defRPr sz="1326">
                <a:solidFill>
                  <a:schemeClr val="dk2"/>
                </a:solidFill>
              </a:defRPr>
            </a:lvl5pPr>
            <a:lvl6pPr marL="2743200" lvl="5" indent="-31283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7"/>
              <a:buChar char="■"/>
              <a:defRPr sz="1326">
                <a:solidFill>
                  <a:schemeClr val="dk2"/>
                </a:solidFill>
              </a:defRPr>
            </a:lvl6pPr>
            <a:lvl7pPr marL="3200400" lvl="6" indent="-31283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7"/>
              <a:buChar char="●"/>
              <a:defRPr sz="1326">
                <a:solidFill>
                  <a:schemeClr val="dk2"/>
                </a:solidFill>
              </a:defRPr>
            </a:lvl7pPr>
            <a:lvl8pPr marL="3657600" lvl="7" indent="-31283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7"/>
              <a:buChar char="○"/>
              <a:defRPr sz="1326">
                <a:solidFill>
                  <a:schemeClr val="dk2"/>
                </a:solidFill>
              </a:defRPr>
            </a:lvl8pPr>
            <a:lvl9pPr marL="4114800" lvl="8" indent="-31283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7"/>
              <a:buChar char="■"/>
              <a:defRPr sz="1326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05882" y="2937459"/>
            <a:ext cx="5574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625" tIns="86625" rIns="86625" bIns="86625" anchor="ctr" anchorCtr="0">
            <a:normAutofit fontScale="62500" lnSpcReduction="20000"/>
          </a:bodyPr>
          <a:lstStyle>
            <a:lvl1pPr lvl="0" algn="r">
              <a:buNone/>
              <a:defRPr sz="947">
                <a:solidFill>
                  <a:schemeClr val="dk2"/>
                </a:solidFill>
              </a:defRPr>
            </a:lvl1pPr>
            <a:lvl2pPr lvl="1" algn="r">
              <a:buNone/>
              <a:defRPr sz="947">
                <a:solidFill>
                  <a:schemeClr val="dk2"/>
                </a:solidFill>
              </a:defRPr>
            </a:lvl2pPr>
            <a:lvl3pPr lvl="2" algn="r">
              <a:buNone/>
              <a:defRPr sz="947">
                <a:solidFill>
                  <a:schemeClr val="dk2"/>
                </a:solidFill>
              </a:defRPr>
            </a:lvl3pPr>
            <a:lvl4pPr lvl="3" algn="r">
              <a:buNone/>
              <a:defRPr sz="947">
                <a:solidFill>
                  <a:schemeClr val="dk2"/>
                </a:solidFill>
              </a:defRPr>
            </a:lvl4pPr>
            <a:lvl5pPr lvl="4" algn="r">
              <a:buNone/>
              <a:defRPr sz="947">
                <a:solidFill>
                  <a:schemeClr val="dk2"/>
                </a:solidFill>
              </a:defRPr>
            </a:lvl5pPr>
            <a:lvl6pPr lvl="5" algn="r">
              <a:buNone/>
              <a:defRPr sz="947">
                <a:solidFill>
                  <a:schemeClr val="dk2"/>
                </a:solidFill>
              </a:defRPr>
            </a:lvl6pPr>
            <a:lvl7pPr lvl="6" algn="r">
              <a:buNone/>
              <a:defRPr sz="947">
                <a:solidFill>
                  <a:schemeClr val="dk2"/>
                </a:solidFill>
              </a:defRPr>
            </a:lvl7pPr>
            <a:lvl8pPr lvl="7" algn="r">
              <a:buNone/>
              <a:defRPr sz="947">
                <a:solidFill>
                  <a:schemeClr val="dk2"/>
                </a:solidFill>
              </a:defRPr>
            </a:lvl8pPr>
            <a:lvl9pPr lvl="8" algn="r">
              <a:buNone/>
              <a:defRPr sz="947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20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308988" y="266761"/>
            <a:ext cx="8654700" cy="361500"/>
          </a:xfrm>
          <a:prstGeom prst="rect">
            <a:avLst/>
          </a:prstGeom>
        </p:spPr>
        <p:txBody>
          <a:bodyPr spcFirstLastPara="1" wrap="square" lIns="86625" tIns="86625" rIns="86625" bIns="866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29855" y="10333"/>
            <a:ext cx="9228300" cy="1670400"/>
          </a:xfrm>
          <a:prstGeom prst="roundRect">
            <a:avLst>
              <a:gd name="adj" fmla="val 4246"/>
            </a:avLst>
          </a:prstGeom>
          <a:solidFill>
            <a:srgbClr val="FDF7E5"/>
          </a:solidFill>
          <a:ln w="9500" cap="flat" cmpd="sng">
            <a:solidFill>
              <a:srgbClr val="BF9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60" name="Google Shape;60;p13"/>
          <p:cNvSpPr txBox="1"/>
          <p:nvPr/>
        </p:nvSpPr>
        <p:spPr>
          <a:xfrm rot="-5400000">
            <a:off x="-650225" y="675463"/>
            <a:ext cx="1698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91225" rIns="91225" bIns="912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1">
                <a:solidFill>
                  <a:srgbClr val="6E6E6E"/>
                </a:solidFill>
              </a:rPr>
              <a:t>Offline</a:t>
            </a:r>
            <a:endParaRPr sz="1097" b="1"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373782" y="39219"/>
            <a:ext cx="1988125" cy="1565586"/>
          </a:xfrm>
          <a:prstGeom prst="roundRect">
            <a:avLst>
              <a:gd name="adj" fmla="val 8304"/>
            </a:avLst>
          </a:prstGeom>
          <a:solidFill>
            <a:schemeClr val="lt1"/>
          </a:solidFill>
          <a:ln w="9500" cap="flat" cmpd="sng">
            <a:solidFill>
              <a:srgbClr val="BF9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0C27046A-390F-1B6C-A53E-354EFA43A484}"/>
              </a:ext>
            </a:extLst>
          </p:cNvPr>
          <p:cNvSpPr/>
          <p:nvPr/>
        </p:nvSpPr>
        <p:spPr>
          <a:xfrm>
            <a:off x="29861" y="1715879"/>
            <a:ext cx="9228300" cy="1512900"/>
          </a:xfrm>
          <a:prstGeom prst="roundRect">
            <a:avLst>
              <a:gd name="adj" fmla="val 4246"/>
            </a:avLst>
          </a:prstGeom>
          <a:solidFill>
            <a:srgbClr val="F0F5F1"/>
          </a:solidFill>
          <a:ln w="9500" cap="flat" cmpd="sng">
            <a:solidFill>
              <a:srgbClr val="38761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55" name="Google Shape;55;p13"/>
          <p:cNvSpPr/>
          <p:nvPr/>
        </p:nvSpPr>
        <p:spPr>
          <a:xfrm>
            <a:off x="2442232" y="1750610"/>
            <a:ext cx="2272873" cy="1441200"/>
          </a:xfrm>
          <a:prstGeom prst="roundRect">
            <a:avLst>
              <a:gd name="adj" fmla="val 8304"/>
            </a:avLst>
          </a:prstGeom>
          <a:solidFill>
            <a:schemeClr val="lt1"/>
          </a:solidFill>
          <a:ln w="9500" cap="flat" cmpd="sng">
            <a:solidFill>
              <a:srgbClr val="38761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61" name="Google Shape;61;p13"/>
          <p:cNvSpPr txBox="1"/>
          <p:nvPr/>
        </p:nvSpPr>
        <p:spPr>
          <a:xfrm rot="-5400000">
            <a:off x="-555425" y="2304073"/>
            <a:ext cx="1508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91225" rIns="91225" bIns="912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1">
                <a:solidFill>
                  <a:srgbClr val="6E6E6E"/>
                </a:solidFill>
              </a:rPr>
              <a:t>Online</a:t>
            </a:r>
            <a:endParaRPr sz="1097" b="1">
              <a:solidFill>
                <a:schemeClr val="dk1"/>
              </a:solidFill>
            </a:endParaRPr>
          </a:p>
        </p:txBody>
      </p:sp>
      <p:cxnSp>
        <p:nvCxnSpPr>
          <p:cNvPr id="70" name="Google Shape;70;p13"/>
          <p:cNvCxnSpPr>
            <a:cxnSpLocks/>
          </p:cNvCxnSpPr>
          <p:nvPr/>
        </p:nvCxnSpPr>
        <p:spPr>
          <a:xfrm>
            <a:off x="1321079" y="924426"/>
            <a:ext cx="0" cy="0"/>
          </a:xfrm>
          <a:prstGeom prst="straightConnector1">
            <a:avLst/>
          </a:prstGeom>
          <a:noFill/>
          <a:ln w="10325" cap="flat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3"/>
          <p:cNvCxnSpPr>
            <a:cxnSpLocks/>
          </p:cNvCxnSpPr>
          <p:nvPr/>
        </p:nvCxnSpPr>
        <p:spPr>
          <a:xfrm>
            <a:off x="2008281" y="866424"/>
            <a:ext cx="0" cy="0"/>
          </a:xfrm>
          <a:prstGeom prst="straightConnector1">
            <a:avLst/>
          </a:prstGeom>
          <a:noFill/>
          <a:ln w="12875" cap="flat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13"/>
          <p:cNvCxnSpPr>
            <a:cxnSpLocks/>
          </p:cNvCxnSpPr>
          <p:nvPr/>
        </p:nvCxnSpPr>
        <p:spPr>
          <a:xfrm>
            <a:off x="1329650" y="1216106"/>
            <a:ext cx="0" cy="0"/>
          </a:xfrm>
          <a:prstGeom prst="straightConnector1">
            <a:avLst/>
          </a:prstGeom>
          <a:noFill/>
          <a:ln w="12875" cap="flat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3"/>
          <p:cNvCxnSpPr>
            <a:cxnSpLocks/>
          </p:cNvCxnSpPr>
          <p:nvPr/>
        </p:nvCxnSpPr>
        <p:spPr>
          <a:xfrm>
            <a:off x="1925055" y="1272725"/>
            <a:ext cx="0" cy="0"/>
          </a:xfrm>
          <a:prstGeom prst="straightConnector1">
            <a:avLst/>
          </a:prstGeom>
          <a:noFill/>
          <a:ln w="12875" cap="flat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" name="Google Shape;135;p13"/>
          <p:cNvSpPr txBox="1"/>
          <p:nvPr/>
        </p:nvSpPr>
        <p:spPr>
          <a:xfrm>
            <a:off x="392576" y="6497"/>
            <a:ext cx="1993800" cy="32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91225" rIns="91225" bIns="912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1" dirty="0">
                <a:solidFill>
                  <a:srgbClr val="6E6E6E"/>
                </a:solidFill>
              </a:rPr>
              <a:t>Input</a:t>
            </a:r>
            <a:endParaRPr sz="900" b="1" dirty="0">
              <a:solidFill>
                <a:srgbClr val="595959"/>
              </a:solidFill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5823369" y="39218"/>
            <a:ext cx="3338609" cy="1562521"/>
          </a:xfrm>
          <a:prstGeom prst="roundRect">
            <a:avLst>
              <a:gd name="adj" fmla="val 8304"/>
            </a:avLst>
          </a:prstGeom>
          <a:solidFill>
            <a:schemeClr val="lt1"/>
          </a:solidFill>
          <a:ln w="9500" cap="flat" cmpd="sng">
            <a:solidFill>
              <a:srgbClr val="BF9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472" name="Google Shape;472;p13"/>
          <p:cNvSpPr/>
          <p:nvPr/>
        </p:nvSpPr>
        <p:spPr>
          <a:xfrm>
            <a:off x="2480894" y="39218"/>
            <a:ext cx="3251137" cy="1565586"/>
          </a:xfrm>
          <a:prstGeom prst="roundRect">
            <a:avLst>
              <a:gd name="adj" fmla="val 8304"/>
            </a:avLst>
          </a:prstGeom>
          <a:solidFill>
            <a:schemeClr val="lt1"/>
          </a:solidFill>
          <a:ln w="9500" cap="flat" cmpd="sng">
            <a:solidFill>
              <a:srgbClr val="BF9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474" name="Google Shape;474;p13"/>
          <p:cNvSpPr txBox="1"/>
          <p:nvPr/>
        </p:nvSpPr>
        <p:spPr>
          <a:xfrm>
            <a:off x="5823369" y="6497"/>
            <a:ext cx="3338609" cy="32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91225" rIns="91225" bIns="912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900" b="1" dirty="0">
                <a:solidFill>
                  <a:srgbClr val="6E6E6E"/>
                </a:solidFill>
              </a:rPr>
              <a:t>1.b) Constraint-aware index construction</a:t>
            </a:r>
            <a:endParaRPr sz="900" b="1" dirty="0">
              <a:solidFill>
                <a:srgbClr val="595959"/>
              </a:solidFill>
            </a:endParaRPr>
          </a:p>
        </p:txBody>
      </p:sp>
      <p:cxnSp>
        <p:nvCxnSpPr>
          <p:cNvPr id="100" name="Google Shape;100;p13"/>
          <p:cNvCxnSpPr>
            <a:cxnSpLocks/>
          </p:cNvCxnSpPr>
          <p:nvPr/>
        </p:nvCxnSpPr>
        <p:spPr>
          <a:xfrm>
            <a:off x="925210" y="668799"/>
            <a:ext cx="0" cy="0"/>
          </a:xfrm>
          <a:prstGeom prst="straightConnector1">
            <a:avLst/>
          </a:prstGeom>
          <a:noFill/>
          <a:ln w="10325" cap="flat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Google Shape;138;p13"/>
          <p:cNvSpPr/>
          <p:nvPr/>
        </p:nvSpPr>
        <p:spPr>
          <a:xfrm>
            <a:off x="376133" y="1739710"/>
            <a:ext cx="1993800" cy="1441200"/>
          </a:xfrm>
          <a:prstGeom prst="roundRect">
            <a:avLst>
              <a:gd name="adj" fmla="val 8304"/>
            </a:avLst>
          </a:prstGeom>
          <a:solidFill>
            <a:schemeClr val="lt1"/>
          </a:solidFill>
          <a:ln w="9500" cap="flat" cmpd="sng">
            <a:solidFill>
              <a:srgbClr val="38761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139" name="Google Shape;139;p13"/>
          <p:cNvSpPr txBox="1"/>
          <p:nvPr/>
        </p:nvSpPr>
        <p:spPr>
          <a:xfrm>
            <a:off x="695606" y="1723219"/>
            <a:ext cx="1352100" cy="32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91225" rIns="91225" bIns="912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1" dirty="0">
                <a:solidFill>
                  <a:srgbClr val="6E6E6E"/>
                </a:solidFill>
              </a:rPr>
              <a:t>Input</a:t>
            </a:r>
            <a:endParaRPr sz="900" b="1" dirty="0">
              <a:solidFill>
                <a:srgbClr val="59595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Google Shape;140;p13"/>
              <p:cNvSpPr txBox="1"/>
              <p:nvPr/>
            </p:nvSpPr>
            <p:spPr>
              <a:xfrm>
                <a:off x="300759" y="1889224"/>
                <a:ext cx="2131587" cy="461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225" tIns="91225" rIns="91225" bIns="91225" anchor="t" anchorCtr="0">
                <a:spAutoFit/>
              </a:bodyPr>
              <a:lstStyle/>
              <a:p>
                <a:pPr lvl="0" algn="ctr"/>
                <a:r>
                  <a:rPr lang="zh-TW" sz="900" i="1" dirty="0">
                    <a:solidFill>
                      <a:srgbClr val="6E6E6E"/>
                    </a:solidFill>
                  </a:rPr>
                  <a:t>Query</a:t>
                </a:r>
                <a:r>
                  <a:rPr lang="en-US" altLang="zh-TW" sz="900" i="1" dirty="0">
                    <a:solidFill>
                      <a:srgbClr val="6E6E6E"/>
                    </a:solidFill>
                  </a:rPr>
                  <a:t> q, Index </a:t>
                </a:r>
                <a14:m>
                  <m:oMath xmlns:m="http://schemas.openxmlformats.org/officeDocument/2006/math">
                    <m:r>
                      <a:rPr lang="en-US" altLang="zh-TW" sz="900" b="0" i="1" smtClean="0">
                        <a:solidFill>
                          <a:srgbClr val="6E6E6E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zh-TW" sz="900" i="1" dirty="0">
                    <a:solidFill>
                      <a:srgbClr val="6E6E6E"/>
                    </a:solidFill>
                  </a:rPr>
                  <a:t>, Instance-Level Specification </a:t>
                </a:r>
                <a14:m>
                  <m:oMath xmlns:m="http://schemas.openxmlformats.org/officeDocument/2006/math">
                    <m:r>
                      <a:rPr lang="en-US" altLang="zh-TW" sz="900" b="0" i="1" smtClean="0">
                        <a:solidFill>
                          <a:srgbClr val="6E6E6E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TW" sz="900" i="1" dirty="0">
                    <a:solidFill>
                      <a:srgbClr val="6E6E6E"/>
                    </a:solidFill>
                  </a:rPr>
                  <a:t>, Set-Level Objective</a:t>
                </a:r>
                <a:r>
                  <a:rPr lang="el-GR" sz="900" b="1" i="0" dirty="0">
                    <a:solidFill>
                      <a:srgbClr val="6E6E6E"/>
                    </a:solidFill>
                  </a:rPr>
                  <a:t> Ω</a:t>
                </a:r>
                <a:r>
                  <a:rPr lang="en-US" altLang="zh-TW" sz="900" i="1" dirty="0">
                    <a:solidFill>
                      <a:srgbClr val="6E6E6E"/>
                    </a:solidFill>
                  </a:rPr>
                  <a:t> </a:t>
                </a:r>
                <a:endParaRPr sz="900" i="1" dirty="0">
                  <a:solidFill>
                    <a:schemeClr val="dk1"/>
                  </a:solidFill>
                </a:endParaRPr>
              </a:p>
            </p:txBody>
          </p:sp>
        </mc:Choice>
        <mc:Fallback xmlns="">
          <p:sp>
            <p:nvSpPr>
              <p:cNvPr id="140" name="Google Shape;140;p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59" y="1889224"/>
                <a:ext cx="2131587" cy="4612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Google Shape;174;p13"/>
          <p:cNvSpPr txBox="1"/>
          <p:nvPr/>
        </p:nvSpPr>
        <p:spPr>
          <a:xfrm>
            <a:off x="2442232" y="1717598"/>
            <a:ext cx="2272873" cy="32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91225" rIns="91225" bIns="912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900" b="1" dirty="0">
                <a:solidFill>
                  <a:srgbClr val="6E6E6E"/>
                </a:solidFill>
              </a:rPr>
              <a:t>2.a) Cost aware candidate generation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63" name="Google Shape;263;p13"/>
          <p:cNvCxnSpPr/>
          <p:nvPr/>
        </p:nvCxnSpPr>
        <p:spPr>
          <a:xfrm>
            <a:off x="7366347" y="1916776"/>
            <a:ext cx="47700" cy="20700"/>
          </a:xfrm>
          <a:prstGeom prst="straightConnector1">
            <a:avLst/>
          </a:prstGeom>
          <a:noFill/>
          <a:ln w="7475" cap="flat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1" name="Google Shape;331;p13"/>
          <p:cNvSpPr/>
          <p:nvPr/>
        </p:nvSpPr>
        <p:spPr>
          <a:xfrm>
            <a:off x="2237333" y="2332610"/>
            <a:ext cx="265200" cy="27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815" name="Google Shape;815;p13"/>
          <p:cNvSpPr/>
          <p:nvPr/>
        </p:nvSpPr>
        <p:spPr>
          <a:xfrm>
            <a:off x="2296974" y="814173"/>
            <a:ext cx="265200" cy="27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816" name="Google Shape;816;p13"/>
          <p:cNvSpPr/>
          <p:nvPr/>
        </p:nvSpPr>
        <p:spPr>
          <a:xfrm>
            <a:off x="5672264" y="814173"/>
            <a:ext cx="265200" cy="27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137" name="Google Shape;137;p13"/>
          <p:cNvSpPr txBox="1"/>
          <p:nvPr/>
        </p:nvSpPr>
        <p:spPr>
          <a:xfrm>
            <a:off x="434697" y="214368"/>
            <a:ext cx="1905691" cy="32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91225" rIns="91225" bIns="912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900" i="1" dirty="0">
                <a:solidFill>
                  <a:srgbClr val="6E6E6E"/>
                </a:solidFill>
              </a:rPr>
              <a:t>Database D, Constraints W</a:t>
            </a:r>
          </a:p>
        </p:txBody>
      </p:sp>
      <p:sp>
        <p:nvSpPr>
          <p:cNvPr id="11" name="Google Shape;55;p13">
            <a:extLst>
              <a:ext uri="{FF2B5EF4-FFF2-40B4-BE49-F238E27FC236}">
                <a16:creationId xmlns:a16="http://schemas.microsoft.com/office/drawing/2014/main" id="{C819B594-36CF-91CD-BF91-48DC3C6AD01A}"/>
              </a:ext>
            </a:extLst>
          </p:cNvPr>
          <p:cNvSpPr/>
          <p:nvPr/>
        </p:nvSpPr>
        <p:spPr>
          <a:xfrm>
            <a:off x="4816295" y="1750610"/>
            <a:ext cx="2272873" cy="1441200"/>
          </a:xfrm>
          <a:prstGeom prst="roundRect">
            <a:avLst>
              <a:gd name="adj" fmla="val 8304"/>
            </a:avLst>
          </a:prstGeom>
          <a:solidFill>
            <a:schemeClr val="lt1"/>
          </a:solidFill>
          <a:ln w="9500" cap="flat" cmpd="sng">
            <a:solidFill>
              <a:srgbClr val="38761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 dirty="0"/>
          </a:p>
        </p:txBody>
      </p:sp>
      <p:sp>
        <p:nvSpPr>
          <p:cNvPr id="12" name="Google Shape;174;p13">
            <a:extLst>
              <a:ext uri="{FF2B5EF4-FFF2-40B4-BE49-F238E27FC236}">
                <a16:creationId xmlns:a16="http://schemas.microsoft.com/office/drawing/2014/main" id="{29AA83C3-B796-B9DA-CABA-3194B7EA4F07}"/>
              </a:ext>
            </a:extLst>
          </p:cNvPr>
          <p:cNvSpPr txBox="1"/>
          <p:nvPr/>
        </p:nvSpPr>
        <p:spPr>
          <a:xfrm>
            <a:off x="4993931" y="1723219"/>
            <a:ext cx="1917600" cy="47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91225" rIns="91225" bIns="91225" anchor="t" anchorCtr="0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rgbClr val="6E6E6E"/>
                </a:solidFill>
              </a:rPr>
              <a:t>2.b) Set selection under </a:t>
            </a:r>
            <a:r>
              <a:rPr lang="el-GR" sz="900" b="1" dirty="0">
                <a:solidFill>
                  <a:srgbClr val="6E6E6E"/>
                </a:solidFill>
              </a:rPr>
              <a:t>Ω</a:t>
            </a:r>
          </a:p>
          <a:p>
            <a:pPr algn="ctr">
              <a:defRPr/>
            </a:pPr>
            <a:endParaRPr kumimoji="0" lang="en-US" sz="898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55;p13">
            <a:extLst>
              <a:ext uri="{FF2B5EF4-FFF2-40B4-BE49-F238E27FC236}">
                <a16:creationId xmlns:a16="http://schemas.microsoft.com/office/drawing/2014/main" id="{FD07F004-9A29-51B7-B25A-777F19EEDA6E}"/>
              </a:ext>
            </a:extLst>
          </p:cNvPr>
          <p:cNvSpPr/>
          <p:nvPr/>
        </p:nvSpPr>
        <p:spPr>
          <a:xfrm>
            <a:off x="7189267" y="1758075"/>
            <a:ext cx="2054095" cy="1441200"/>
          </a:xfrm>
          <a:prstGeom prst="roundRect">
            <a:avLst>
              <a:gd name="adj" fmla="val 8304"/>
            </a:avLst>
          </a:prstGeom>
          <a:solidFill>
            <a:schemeClr val="lt1"/>
          </a:solidFill>
          <a:ln w="9500" cap="flat" cmpd="sng">
            <a:solidFill>
              <a:srgbClr val="38761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 dirty="0"/>
          </a:p>
        </p:txBody>
      </p:sp>
      <p:sp>
        <p:nvSpPr>
          <p:cNvPr id="15" name="Google Shape;174;p13">
            <a:extLst>
              <a:ext uri="{FF2B5EF4-FFF2-40B4-BE49-F238E27FC236}">
                <a16:creationId xmlns:a16="http://schemas.microsoft.com/office/drawing/2014/main" id="{D9DBE27E-84DB-1C64-A726-E8953AA755B7}"/>
              </a:ext>
            </a:extLst>
          </p:cNvPr>
          <p:cNvSpPr txBox="1"/>
          <p:nvPr/>
        </p:nvSpPr>
        <p:spPr>
          <a:xfrm>
            <a:off x="7188544" y="1746340"/>
            <a:ext cx="2054817" cy="46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91225" rIns="91225" bIns="912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900" b="1" dirty="0">
                <a:solidFill>
                  <a:srgbClr val="6E6E6E"/>
                </a:solidFill>
              </a:rPr>
              <a:t>2.c) Interpretable change suggestion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331;p13">
            <a:extLst>
              <a:ext uri="{FF2B5EF4-FFF2-40B4-BE49-F238E27FC236}">
                <a16:creationId xmlns:a16="http://schemas.microsoft.com/office/drawing/2014/main" id="{AF03D1DF-2BAB-6A71-0556-B8AE973B79D7}"/>
              </a:ext>
            </a:extLst>
          </p:cNvPr>
          <p:cNvSpPr/>
          <p:nvPr/>
        </p:nvSpPr>
        <p:spPr>
          <a:xfrm>
            <a:off x="7027139" y="2321710"/>
            <a:ext cx="265200" cy="27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10" name="Google Shape;331;p13">
            <a:extLst>
              <a:ext uri="{FF2B5EF4-FFF2-40B4-BE49-F238E27FC236}">
                <a16:creationId xmlns:a16="http://schemas.microsoft.com/office/drawing/2014/main" id="{CB159434-6B0F-A2E6-3CC6-A4945EF827D1}"/>
              </a:ext>
            </a:extLst>
          </p:cNvPr>
          <p:cNvSpPr/>
          <p:nvPr/>
        </p:nvSpPr>
        <p:spPr>
          <a:xfrm>
            <a:off x="4644005" y="2332610"/>
            <a:ext cx="265200" cy="27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818" name="Rectangle 817"/>
          <p:cNvSpPr/>
          <p:nvPr/>
        </p:nvSpPr>
        <p:spPr>
          <a:xfrm>
            <a:off x="529251" y="666153"/>
            <a:ext cx="673986" cy="683135"/>
          </a:xfrm>
          <a:prstGeom prst="rect">
            <a:avLst/>
          </a:prstGeom>
          <a:solidFill>
            <a:srgbClr val="FFFFFF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9" name="Oval 818"/>
          <p:cNvSpPr/>
          <p:nvPr/>
        </p:nvSpPr>
        <p:spPr>
          <a:xfrm>
            <a:off x="529251" y="1284228"/>
            <a:ext cx="673986" cy="13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1" name="Oval 820"/>
          <p:cNvSpPr/>
          <p:nvPr/>
        </p:nvSpPr>
        <p:spPr>
          <a:xfrm>
            <a:off x="697747" y="1048383"/>
            <a:ext cx="33699" cy="33699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2" name="Oval 821"/>
          <p:cNvSpPr/>
          <p:nvPr/>
        </p:nvSpPr>
        <p:spPr>
          <a:xfrm>
            <a:off x="899943" y="1154106"/>
            <a:ext cx="33699" cy="33699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3" name="Oval 822"/>
          <p:cNvSpPr/>
          <p:nvPr/>
        </p:nvSpPr>
        <p:spPr>
          <a:xfrm>
            <a:off x="812325" y="910129"/>
            <a:ext cx="33699" cy="33699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4" name="Oval 823"/>
          <p:cNvSpPr/>
          <p:nvPr/>
        </p:nvSpPr>
        <p:spPr>
          <a:xfrm>
            <a:off x="967341" y="991455"/>
            <a:ext cx="33699" cy="33699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5" name="Rounded Rectangle 824"/>
          <p:cNvSpPr/>
          <p:nvPr/>
        </p:nvSpPr>
        <p:spPr>
          <a:xfrm>
            <a:off x="1251323" y="671458"/>
            <a:ext cx="1015170" cy="691645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30" name="TextBox 829"/>
          <p:cNvSpPr txBox="1"/>
          <p:nvPr/>
        </p:nvSpPr>
        <p:spPr>
          <a:xfrm>
            <a:off x="1471751" y="776799"/>
            <a:ext cx="86113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6E6E6E"/>
                </a:solidFill>
              </a:rPr>
              <a:t>imm</a:t>
            </a:r>
            <a:r>
              <a:rPr lang="en-US" sz="1000" dirty="0">
                <a:solidFill>
                  <a:srgbClr val="6E6E6E"/>
                </a:solidFill>
              </a:rPr>
              <a:t>utability</a:t>
            </a:r>
            <a:endParaRPr sz="1000" b="0" i="0" dirty="0">
              <a:solidFill>
                <a:srgbClr val="6E6E6E"/>
              </a:solidFill>
            </a:endParaRPr>
          </a:p>
        </p:txBody>
      </p:sp>
      <p:sp>
        <p:nvSpPr>
          <p:cNvPr id="831" name="Oval 830"/>
          <p:cNvSpPr/>
          <p:nvPr/>
        </p:nvSpPr>
        <p:spPr>
          <a:xfrm>
            <a:off x="1405323" y="862781"/>
            <a:ext cx="97590" cy="107349"/>
          </a:xfrm>
          <a:prstGeom prst="ellipse">
            <a:avLst/>
          </a:prstGeom>
          <a:solidFill>
            <a:srgbClr val="F0F0F0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2" name="Oval 831"/>
          <p:cNvSpPr/>
          <p:nvPr/>
        </p:nvSpPr>
        <p:spPr>
          <a:xfrm>
            <a:off x="1424841" y="884251"/>
            <a:ext cx="58554" cy="64409"/>
          </a:xfrm>
          <a:prstGeom prst="ellipse">
            <a:avLst/>
          </a:prstGeom>
          <a:noFill/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3" name="TextBox 832"/>
          <p:cNvSpPr txBox="1"/>
          <p:nvPr/>
        </p:nvSpPr>
        <p:spPr>
          <a:xfrm>
            <a:off x="1471751" y="906919"/>
            <a:ext cx="572593" cy="2708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6E6E6E"/>
                </a:solidFill>
              </a:rPr>
              <a:t>bud</a:t>
            </a:r>
            <a:r>
              <a:rPr lang="en-US" sz="1000" b="0" i="0" dirty="0">
                <a:solidFill>
                  <a:srgbClr val="6E6E6E"/>
                </a:solidFill>
              </a:rPr>
              <a:t>get</a:t>
            </a:r>
            <a:endParaRPr sz="1000" b="0" i="0" dirty="0">
              <a:solidFill>
                <a:srgbClr val="6E6E6E"/>
              </a:solidFill>
            </a:endParaRPr>
          </a:p>
        </p:txBody>
      </p:sp>
      <p:sp>
        <p:nvSpPr>
          <p:cNvPr id="834" name="Rectangle 833"/>
          <p:cNvSpPr/>
          <p:nvPr/>
        </p:nvSpPr>
        <p:spPr>
          <a:xfrm>
            <a:off x="1429071" y="1025759"/>
            <a:ext cx="63433" cy="37572"/>
          </a:xfrm>
          <a:prstGeom prst="rect">
            <a:avLst/>
          </a:prstGeom>
          <a:solidFill>
            <a:srgbClr val="F0F0F0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5" name="Connector 834"/>
          <p:cNvCxnSpPr/>
          <p:nvPr/>
        </p:nvCxnSpPr>
        <p:spPr>
          <a:xfrm>
            <a:off x="1449235" y="1040883"/>
            <a:ext cx="48795" cy="64409"/>
          </a:xfrm>
          <a:prstGeom prst="line">
            <a:avLst/>
          </a:prstGeom>
          <a:ln w="127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6" name="Rectangle 835"/>
          <p:cNvSpPr/>
          <p:nvPr/>
        </p:nvSpPr>
        <p:spPr>
          <a:xfrm>
            <a:off x="1433950" y="1080263"/>
            <a:ext cx="48795" cy="19323"/>
          </a:xfrm>
          <a:prstGeom prst="rect">
            <a:avLst/>
          </a:prstGeom>
          <a:solidFill>
            <a:srgbClr val="F0F0F0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8" name="Connector 837"/>
          <p:cNvCxnSpPr/>
          <p:nvPr/>
        </p:nvCxnSpPr>
        <p:spPr>
          <a:xfrm>
            <a:off x="1405387" y="1171871"/>
            <a:ext cx="107349" cy="0"/>
          </a:xfrm>
          <a:prstGeom prst="line">
            <a:avLst/>
          </a:prstGeom>
          <a:ln w="1143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9" name="Oval 838"/>
          <p:cNvSpPr/>
          <p:nvPr/>
        </p:nvSpPr>
        <p:spPr>
          <a:xfrm>
            <a:off x="1432795" y="1163282"/>
            <a:ext cx="15614" cy="171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40" name="Connector 839"/>
          <p:cNvCxnSpPr/>
          <p:nvPr/>
        </p:nvCxnSpPr>
        <p:spPr>
          <a:xfrm>
            <a:off x="1405387" y="1201148"/>
            <a:ext cx="107349" cy="0"/>
          </a:xfrm>
          <a:prstGeom prst="line">
            <a:avLst/>
          </a:prstGeom>
          <a:ln w="1143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1" name="Oval 840"/>
          <p:cNvSpPr/>
          <p:nvPr/>
        </p:nvSpPr>
        <p:spPr>
          <a:xfrm>
            <a:off x="1457193" y="1192559"/>
            <a:ext cx="15614" cy="171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42" name="Connector 841"/>
          <p:cNvCxnSpPr/>
          <p:nvPr/>
        </p:nvCxnSpPr>
        <p:spPr>
          <a:xfrm>
            <a:off x="1405387" y="1230425"/>
            <a:ext cx="107349" cy="0"/>
          </a:xfrm>
          <a:prstGeom prst="line">
            <a:avLst/>
          </a:prstGeom>
          <a:ln w="1143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3" name="Oval 842"/>
          <p:cNvSpPr/>
          <p:nvPr/>
        </p:nvSpPr>
        <p:spPr>
          <a:xfrm>
            <a:off x="1481590" y="1221836"/>
            <a:ext cx="15614" cy="171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4" name="TextBox 843"/>
          <p:cNvSpPr txBox="1"/>
          <p:nvPr/>
        </p:nvSpPr>
        <p:spPr>
          <a:xfrm>
            <a:off x="1464625" y="1047711"/>
            <a:ext cx="617477" cy="2708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6E6E6E"/>
                </a:solidFill>
              </a:rPr>
              <a:t>w</a:t>
            </a:r>
            <a:r>
              <a:rPr lang="en-US" sz="1000" b="0" i="0" dirty="0">
                <a:solidFill>
                  <a:srgbClr val="6E6E6E"/>
                </a:solidFill>
              </a:rPr>
              <a:t>eights</a:t>
            </a:r>
            <a:endParaRPr sz="1000" b="0" i="0" dirty="0">
              <a:solidFill>
                <a:srgbClr val="6E6E6E"/>
              </a:solidFill>
            </a:endParaRPr>
          </a:p>
        </p:txBody>
      </p:sp>
      <p:sp>
        <p:nvSpPr>
          <p:cNvPr id="891" name="Rounded Rectangle 890"/>
          <p:cNvSpPr/>
          <p:nvPr/>
        </p:nvSpPr>
        <p:spPr>
          <a:xfrm>
            <a:off x="6289007" y="466306"/>
            <a:ext cx="1189864" cy="1049133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" name="TextBox 891"/>
          <p:cNvSpPr txBox="1"/>
          <p:nvPr/>
        </p:nvSpPr>
        <p:spPr>
          <a:xfrm>
            <a:off x="6384196" y="498773"/>
            <a:ext cx="999485" cy="146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dirty="0">
                <a:solidFill>
                  <a:srgbClr val="6E6E6E"/>
                </a:solidFill>
              </a:rPr>
              <a:t>KD-tree</a:t>
            </a:r>
          </a:p>
        </p:txBody>
      </p:sp>
      <p:sp>
        <p:nvSpPr>
          <p:cNvPr id="893" name="TextBox 892"/>
          <p:cNvSpPr txBox="1"/>
          <p:nvPr/>
        </p:nvSpPr>
        <p:spPr>
          <a:xfrm>
            <a:off x="7342976" y="267535"/>
            <a:ext cx="141141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i="1" dirty="0">
                <a:solidFill>
                  <a:srgbClr val="6E6E6E"/>
                </a:solidFill>
              </a:rPr>
              <a:t>High </a:t>
            </a:r>
            <a:r>
              <a:rPr sz="900" b="0" i="1" dirty="0">
                <a:solidFill>
                  <a:srgbClr val="6E6E6E"/>
                </a:solidFill>
              </a:rPr>
              <a:t>d</a:t>
            </a:r>
            <a:r>
              <a:rPr lang="en-US" sz="900" b="0" i="1" dirty="0">
                <a:solidFill>
                  <a:srgbClr val="6E6E6E"/>
                </a:solidFill>
              </a:rPr>
              <a:t>imensions</a:t>
            </a:r>
            <a:endParaRPr sz="900" b="0" i="1" dirty="0">
              <a:solidFill>
                <a:srgbClr val="6E6E6E"/>
              </a:solidFill>
            </a:endParaRPr>
          </a:p>
        </p:txBody>
      </p:sp>
      <p:sp>
        <p:nvSpPr>
          <p:cNvPr id="894" name="Rectangle 893"/>
          <p:cNvSpPr/>
          <p:nvPr/>
        </p:nvSpPr>
        <p:spPr>
          <a:xfrm>
            <a:off x="6407993" y="728589"/>
            <a:ext cx="951891" cy="681936"/>
          </a:xfrm>
          <a:prstGeom prst="rect">
            <a:avLst/>
          </a:prstGeom>
          <a:noFill/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95" name="Connector 894"/>
          <p:cNvCxnSpPr/>
          <p:nvPr/>
        </p:nvCxnSpPr>
        <p:spPr>
          <a:xfrm>
            <a:off x="6883938" y="728589"/>
            <a:ext cx="0" cy="681936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>
            <a:off x="6407993" y="1103653"/>
            <a:ext cx="475945" cy="0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6883938" y="967266"/>
            <a:ext cx="475946" cy="0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7074316" y="967266"/>
            <a:ext cx="0" cy="443259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9" name="Oval 898"/>
          <p:cNvSpPr/>
          <p:nvPr/>
        </p:nvSpPr>
        <p:spPr>
          <a:xfrm>
            <a:off x="6569815" y="836420"/>
            <a:ext cx="57112" cy="57112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" name="Oval 899"/>
          <p:cNvSpPr/>
          <p:nvPr/>
        </p:nvSpPr>
        <p:spPr>
          <a:xfrm>
            <a:off x="6617409" y="1177388"/>
            <a:ext cx="57112" cy="57112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Oval 900"/>
          <p:cNvSpPr/>
          <p:nvPr/>
        </p:nvSpPr>
        <p:spPr>
          <a:xfrm>
            <a:off x="6760193" y="972807"/>
            <a:ext cx="57112" cy="57112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" name="Oval 901"/>
          <p:cNvSpPr/>
          <p:nvPr/>
        </p:nvSpPr>
        <p:spPr>
          <a:xfrm>
            <a:off x="6969609" y="836420"/>
            <a:ext cx="57112" cy="57112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Oval 902"/>
          <p:cNvSpPr/>
          <p:nvPr/>
        </p:nvSpPr>
        <p:spPr>
          <a:xfrm>
            <a:off x="7188544" y="870517"/>
            <a:ext cx="57112" cy="57112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Oval 903"/>
          <p:cNvSpPr/>
          <p:nvPr/>
        </p:nvSpPr>
        <p:spPr>
          <a:xfrm>
            <a:off x="7140949" y="1211485"/>
            <a:ext cx="57112" cy="57112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Rounded Rectangle 904"/>
          <p:cNvSpPr/>
          <p:nvPr/>
        </p:nvSpPr>
        <p:spPr>
          <a:xfrm>
            <a:off x="7618855" y="466306"/>
            <a:ext cx="1189864" cy="1049133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06" name="TextBox 905"/>
          <p:cNvSpPr txBox="1"/>
          <p:nvPr/>
        </p:nvSpPr>
        <p:spPr>
          <a:xfrm>
            <a:off x="7714044" y="529253"/>
            <a:ext cx="713918" cy="1468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E6E6E"/>
                </a:solidFill>
              </a:rPr>
              <a:t>Graph ANN</a:t>
            </a:r>
          </a:p>
        </p:txBody>
      </p:sp>
      <p:cxnSp>
        <p:nvCxnSpPr>
          <p:cNvPr id="911" name="Connector 910"/>
          <p:cNvCxnSpPr/>
          <p:nvPr/>
        </p:nvCxnSpPr>
        <p:spPr>
          <a:xfrm flipV="1">
            <a:off x="7880624" y="851337"/>
            <a:ext cx="190378" cy="13639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>
            <a:off x="8071002" y="851337"/>
            <a:ext cx="190379" cy="47736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V="1">
            <a:off x="8261381" y="830879"/>
            <a:ext cx="190378" cy="68194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7880624" y="864976"/>
            <a:ext cx="95189" cy="238677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 flipH="1">
            <a:off x="7975813" y="851337"/>
            <a:ext cx="95189" cy="252316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 flipH="1">
            <a:off x="8213786" y="899073"/>
            <a:ext cx="47595" cy="204580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8213786" y="1103653"/>
            <a:ext cx="190378" cy="0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7975813" y="1103653"/>
            <a:ext cx="95189" cy="184123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H="1">
            <a:off x="8071002" y="1103653"/>
            <a:ext cx="142784" cy="184123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8213786" y="1103653"/>
            <a:ext cx="142784" cy="170484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H="1">
            <a:off x="8356570" y="1103653"/>
            <a:ext cx="47594" cy="170484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>
            <a:off x="8261381" y="899073"/>
            <a:ext cx="142783" cy="204580"/>
          </a:xfrm>
          <a:prstGeom prst="line">
            <a:avLst/>
          </a:prstGeom>
          <a:ln w="1143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Oval 922"/>
          <p:cNvSpPr/>
          <p:nvPr/>
        </p:nvSpPr>
        <p:spPr>
          <a:xfrm>
            <a:off x="7846528" y="830880"/>
            <a:ext cx="68192" cy="6819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4" name="Oval 923"/>
          <p:cNvSpPr/>
          <p:nvPr/>
        </p:nvSpPr>
        <p:spPr>
          <a:xfrm>
            <a:off x="8036906" y="817241"/>
            <a:ext cx="68192" cy="6819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5" name="Oval 924"/>
          <p:cNvSpPr/>
          <p:nvPr/>
        </p:nvSpPr>
        <p:spPr>
          <a:xfrm>
            <a:off x="8227285" y="864977"/>
            <a:ext cx="68192" cy="6819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6" name="Oval 925"/>
          <p:cNvSpPr/>
          <p:nvPr/>
        </p:nvSpPr>
        <p:spPr>
          <a:xfrm>
            <a:off x="8417663" y="796783"/>
            <a:ext cx="68192" cy="6819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7" name="Oval 926"/>
          <p:cNvSpPr/>
          <p:nvPr/>
        </p:nvSpPr>
        <p:spPr>
          <a:xfrm>
            <a:off x="7941717" y="1069557"/>
            <a:ext cx="68192" cy="6819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8" name="Oval 927"/>
          <p:cNvSpPr/>
          <p:nvPr/>
        </p:nvSpPr>
        <p:spPr>
          <a:xfrm>
            <a:off x="8179690" y="1069557"/>
            <a:ext cx="68192" cy="6819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9" name="Oval 928"/>
          <p:cNvSpPr/>
          <p:nvPr/>
        </p:nvSpPr>
        <p:spPr>
          <a:xfrm>
            <a:off x="8370068" y="1069557"/>
            <a:ext cx="68192" cy="6819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0" name="Oval 929"/>
          <p:cNvSpPr/>
          <p:nvPr/>
        </p:nvSpPr>
        <p:spPr>
          <a:xfrm>
            <a:off x="8036906" y="1253680"/>
            <a:ext cx="68192" cy="6819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1" name="Oval 930"/>
          <p:cNvSpPr/>
          <p:nvPr/>
        </p:nvSpPr>
        <p:spPr>
          <a:xfrm>
            <a:off x="8322474" y="1240041"/>
            <a:ext cx="68192" cy="6819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3" name="Rounded Rectangle 932"/>
          <p:cNvSpPr/>
          <p:nvPr/>
        </p:nvSpPr>
        <p:spPr>
          <a:xfrm>
            <a:off x="803343" y="2357825"/>
            <a:ext cx="797465" cy="589765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4" name="Oval 933"/>
          <p:cNvSpPr/>
          <p:nvPr/>
        </p:nvSpPr>
        <p:spPr>
          <a:xfrm>
            <a:off x="933348" y="2741172"/>
            <a:ext cx="58976" cy="58976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5" name="Oval 934"/>
          <p:cNvSpPr/>
          <p:nvPr/>
        </p:nvSpPr>
        <p:spPr>
          <a:xfrm>
            <a:off x="973221" y="2505266"/>
            <a:ext cx="58976" cy="58976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6" name="Oval 935"/>
          <p:cNvSpPr/>
          <p:nvPr/>
        </p:nvSpPr>
        <p:spPr>
          <a:xfrm>
            <a:off x="1052967" y="2652707"/>
            <a:ext cx="58976" cy="58976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7" name="Oval 936"/>
          <p:cNvSpPr/>
          <p:nvPr/>
        </p:nvSpPr>
        <p:spPr>
          <a:xfrm>
            <a:off x="1212460" y="2711684"/>
            <a:ext cx="58976" cy="58976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8" name="Oval 937"/>
          <p:cNvSpPr/>
          <p:nvPr/>
        </p:nvSpPr>
        <p:spPr>
          <a:xfrm>
            <a:off x="1332080" y="2564243"/>
            <a:ext cx="58976" cy="58976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9" name="Oval 938"/>
          <p:cNvSpPr/>
          <p:nvPr/>
        </p:nvSpPr>
        <p:spPr>
          <a:xfrm>
            <a:off x="1411827" y="2770660"/>
            <a:ext cx="58976" cy="58976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0" name="Oval 939"/>
          <p:cNvSpPr/>
          <p:nvPr/>
        </p:nvSpPr>
        <p:spPr>
          <a:xfrm>
            <a:off x="1268283" y="2475778"/>
            <a:ext cx="58976" cy="58976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1" name="Oval 940"/>
          <p:cNvSpPr/>
          <p:nvPr/>
        </p:nvSpPr>
        <p:spPr>
          <a:xfrm>
            <a:off x="1126817" y="2587834"/>
            <a:ext cx="70770" cy="70770"/>
          </a:xfrm>
          <a:prstGeom prst="ellipse">
            <a:avLst/>
          </a:prstGeom>
          <a:solidFill>
            <a:srgbClr val="E68C00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2" name="TextBox 941"/>
          <p:cNvSpPr txBox="1"/>
          <p:nvPr/>
        </p:nvSpPr>
        <p:spPr>
          <a:xfrm>
            <a:off x="1174936" y="2487032"/>
            <a:ext cx="1618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6E6E6E"/>
                </a:solidFill>
              </a:rPr>
              <a:t>q</a:t>
            </a:r>
          </a:p>
        </p:txBody>
      </p:sp>
      <p:sp>
        <p:nvSpPr>
          <p:cNvPr id="943" name="Rounded Rectangle 942"/>
          <p:cNvSpPr/>
          <p:nvPr/>
        </p:nvSpPr>
        <p:spPr>
          <a:xfrm>
            <a:off x="1665119" y="2351927"/>
            <a:ext cx="270110" cy="1297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4" name="TextBox 943"/>
          <p:cNvSpPr txBox="1"/>
          <p:nvPr/>
        </p:nvSpPr>
        <p:spPr>
          <a:xfrm>
            <a:off x="1629419" y="2283428"/>
            <a:ext cx="3501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6E6E6E"/>
                </a:solidFill>
              </a:rPr>
              <a:t>ω</a:t>
            </a:r>
            <a:endParaRPr sz="1000" b="1" i="0" dirty="0">
              <a:solidFill>
                <a:srgbClr val="6E6E6E"/>
              </a:solidFill>
            </a:endParaRPr>
          </a:p>
        </p:txBody>
      </p:sp>
      <p:sp>
        <p:nvSpPr>
          <p:cNvPr id="945" name="Rounded Rectangle 944"/>
          <p:cNvSpPr/>
          <p:nvPr/>
        </p:nvSpPr>
        <p:spPr>
          <a:xfrm>
            <a:off x="1665119" y="2487572"/>
            <a:ext cx="270110" cy="1297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6" name="TextBox 945"/>
          <p:cNvSpPr txBox="1"/>
          <p:nvPr/>
        </p:nvSpPr>
        <p:spPr>
          <a:xfrm>
            <a:off x="1667842" y="2429879"/>
            <a:ext cx="270110" cy="1297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 dirty="0" err="1">
                <a:solidFill>
                  <a:srgbClr val="6E6E6E"/>
                </a:solidFill>
              </a:rPr>
              <a:t>Ω</a:t>
            </a:r>
            <a:endParaRPr sz="1000" b="1" i="0" dirty="0">
              <a:solidFill>
                <a:srgbClr val="6E6E6E"/>
              </a:solidFill>
            </a:endParaRPr>
          </a:p>
        </p:txBody>
      </p:sp>
      <p:sp>
        <p:nvSpPr>
          <p:cNvPr id="947" name="Rounded Rectangle 946"/>
          <p:cNvSpPr/>
          <p:nvPr/>
        </p:nvSpPr>
        <p:spPr>
          <a:xfrm>
            <a:off x="1665119" y="2623217"/>
            <a:ext cx="270110" cy="1297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8" name="TextBox 947"/>
          <p:cNvSpPr txBox="1"/>
          <p:nvPr/>
        </p:nvSpPr>
        <p:spPr>
          <a:xfrm>
            <a:off x="1666652" y="2566197"/>
            <a:ext cx="270110" cy="1297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 dirty="0">
                <a:solidFill>
                  <a:srgbClr val="6E6E6E"/>
                </a:solidFill>
              </a:rPr>
              <a:t>k</a:t>
            </a:r>
          </a:p>
        </p:txBody>
      </p:sp>
      <p:sp>
        <p:nvSpPr>
          <p:cNvPr id="949" name="Rounded Rectangle 948"/>
          <p:cNvSpPr/>
          <p:nvPr/>
        </p:nvSpPr>
        <p:spPr>
          <a:xfrm>
            <a:off x="1665119" y="2758862"/>
            <a:ext cx="270110" cy="1297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0" name="TextBox 949"/>
              <p:cNvSpPr txBox="1"/>
              <p:nvPr/>
            </p:nvSpPr>
            <p:spPr>
              <a:xfrm>
                <a:off x="1678437" y="2702299"/>
                <a:ext cx="27603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0" smtClean="0">
                          <a:solidFill>
                            <a:srgbClr val="6E6E6E"/>
                          </a:solidFill>
                          <a:latin typeface="Cambria Math" panose="02040503050406030204" pitchFamily="18" charset="0"/>
                        </a:rPr>
                        <m:t>𝐈</m:t>
                      </m:r>
                    </m:oMath>
                  </m:oMathPara>
                </a14:m>
                <a:endParaRPr lang="en-US" sz="1000" b="1" dirty="0">
                  <a:solidFill>
                    <a:srgbClr val="6E6E6E"/>
                  </a:solidFill>
                </a:endParaRPr>
              </a:p>
            </p:txBody>
          </p:sp>
        </mc:Choice>
        <mc:Fallback xmlns="">
          <p:sp>
            <p:nvSpPr>
              <p:cNvPr id="950" name="TextBox 9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437" y="2702299"/>
                <a:ext cx="276037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6" name="Rounded Rectangle 955"/>
          <p:cNvSpPr/>
          <p:nvPr/>
        </p:nvSpPr>
        <p:spPr>
          <a:xfrm>
            <a:off x="2717098" y="2259708"/>
            <a:ext cx="777840" cy="787527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57" name="Connector 956"/>
          <p:cNvCxnSpPr/>
          <p:nvPr/>
        </p:nvCxnSpPr>
        <p:spPr>
          <a:xfrm flipV="1">
            <a:off x="2958227" y="2523528"/>
            <a:ext cx="118232" cy="48827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>
            <a:off x="3076459" y="2523528"/>
            <a:ext cx="118231" cy="48827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>
            <a:off x="2958227" y="2572355"/>
            <a:ext cx="59116" cy="97653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 flipH="1">
            <a:off x="3017343" y="2523528"/>
            <a:ext cx="59116" cy="14648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>
            <a:off x="3076459" y="2523528"/>
            <a:ext cx="59115" cy="14648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 flipH="1">
            <a:off x="3135574" y="2572355"/>
            <a:ext cx="59116" cy="97653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>
            <a:off x="3017343" y="2670008"/>
            <a:ext cx="118231" cy="0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4" name="Oval 963"/>
          <p:cNvSpPr/>
          <p:nvPr/>
        </p:nvSpPr>
        <p:spPr>
          <a:xfrm>
            <a:off x="2924049" y="2538177"/>
            <a:ext cx="68356" cy="683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5" name="Oval 964"/>
          <p:cNvSpPr/>
          <p:nvPr/>
        </p:nvSpPr>
        <p:spPr>
          <a:xfrm>
            <a:off x="3042281" y="2489350"/>
            <a:ext cx="68356" cy="68356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6" name="Oval 965"/>
          <p:cNvSpPr/>
          <p:nvPr/>
        </p:nvSpPr>
        <p:spPr>
          <a:xfrm>
            <a:off x="3160512" y="2538177"/>
            <a:ext cx="68356" cy="683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7" name="Oval 966"/>
          <p:cNvSpPr/>
          <p:nvPr/>
        </p:nvSpPr>
        <p:spPr>
          <a:xfrm>
            <a:off x="2983165" y="2635830"/>
            <a:ext cx="68356" cy="683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8" name="Oval 967"/>
          <p:cNvSpPr/>
          <p:nvPr/>
        </p:nvSpPr>
        <p:spPr>
          <a:xfrm>
            <a:off x="3101396" y="2635830"/>
            <a:ext cx="68356" cy="683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1" name="Connector 97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2B6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2" name="Right Arrow 971"/>
          <p:cNvSpPr/>
          <p:nvPr/>
        </p:nvSpPr>
        <p:spPr>
          <a:xfrm>
            <a:off x="3533830" y="2567085"/>
            <a:ext cx="194460" cy="161544"/>
          </a:xfrm>
          <a:prstGeom prst="rightArrow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3" name="Rounded Rectangle 972"/>
          <p:cNvSpPr/>
          <p:nvPr/>
        </p:nvSpPr>
        <p:spPr>
          <a:xfrm>
            <a:off x="3767183" y="2259708"/>
            <a:ext cx="721361" cy="787527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4" name="Rounded Rectangle 973"/>
          <p:cNvSpPr/>
          <p:nvPr/>
        </p:nvSpPr>
        <p:spPr>
          <a:xfrm>
            <a:off x="3872856" y="2857751"/>
            <a:ext cx="421492" cy="78752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5" name="Oval 974"/>
          <p:cNvSpPr/>
          <p:nvPr/>
        </p:nvSpPr>
        <p:spPr>
          <a:xfrm>
            <a:off x="4349008" y="2354211"/>
            <a:ext cx="78752" cy="78752"/>
          </a:xfrm>
          <a:prstGeom prst="ellipse">
            <a:avLst/>
          </a:prstGeom>
          <a:solidFill>
            <a:srgbClr val="2A7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6" name="Rounded Rectangle 975"/>
          <p:cNvSpPr/>
          <p:nvPr/>
        </p:nvSpPr>
        <p:spPr>
          <a:xfrm>
            <a:off x="3879566" y="2730135"/>
            <a:ext cx="347111" cy="78752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7" name="Oval 976"/>
          <p:cNvSpPr/>
          <p:nvPr/>
        </p:nvSpPr>
        <p:spPr>
          <a:xfrm>
            <a:off x="4349008" y="2480215"/>
            <a:ext cx="78752" cy="78752"/>
          </a:xfrm>
          <a:prstGeom prst="ellipse">
            <a:avLst/>
          </a:prstGeom>
          <a:solidFill>
            <a:srgbClr val="2A7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8" name="Rounded Rectangle 977"/>
          <p:cNvSpPr/>
          <p:nvPr/>
        </p:nvSpPr>
        <p:spPr>
          <a:xfrm>
            <a:off x="3878839" y="2608215"/>
            <a:ext cx="287606" cy="78752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9" name="Oval 978"/>
          <p:cNvSpPr/>
          <p:nvPr/>
        </p:nvSpPr>
        <p:spPr>
          <a:xfrm>
            <a:off x="4349008" y="2606219"/>
            <a:ext cx="78752" cy="78752"/>
          </a:xfrm>
          <a:prstGeom prst="ellipse">
            <a:avLst/>
          </a:prstGeom>
          <a:solidFill>
            <a:srgbClr val="2A7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0" name="Rounded Rectangle 979"/>
          <p:cNvSpPr/>
          <p:nvPr/>
        </p:nvSpPr>
        <p:spPr>
          <a:xfrm>
            <a:off x="3882965" y="2483334"/>
            <a:ext cx="238019" cy="78752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1" name="Oval 980"/>
          <p:cNvSpPr/>
          <p:nvPr/>
        </p:nvSpPr>
        <p:spPr>
          <a:xfrm>
            <a:off x="4349008" y="2732224"/>
            <a:ext cx="78752" cy="78752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2" name="Rounded Rectangle 981"/>
          <p:cNvSpPr/>
          <p:nvPr/>
        </p:nvSpPr>
        <p:spPr>
          <a:xfrm>
            <a:off x="3885253" y="2363099"/>
            <a:ext cx="198349" cy="78752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3" name="Oval 982"/>
          <p:cNvSpPr/>
          <p:nvPr/>
        </p:nvSpPr>
        <p:spPr>
          <a:xfrm>
            <a:off x="4349008" y="2858228"/>
            <a:ext cx="78752" cy="78752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4" name="TextBox 983"/>
              <p:cNvSpPr txBox="1"/>
              <p:nvPr/>
            </p:nvSpPr>
            <p:spPr>
              <a:xfrm>
                <a:off x="2631654" y="2023506"/>
                <a:ext cx="1992981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900" i="1" dirty="0">
                    <a:solidFill>
                      <a:srgbClr val="6E6E6E"/>
                    </a:solidFill>
                  </a:rPr>
                  <a:t>Search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rgbClr val="6E6E6E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900" b="0" i="1" dirty="0">
                    <a:solidFill>
                      <a:srgbClr val="6E6E6E"/>
                    </a:solidFill>
                  </a:rPr>
                  <a:t> and rank by cost to find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rgbClr val="6E6E6E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sz="900" b="0" i="1" dirty="0">
                  <a:solidFill>
                    <a:srgbClr val="6E6E6E"/>
                  </a:solidFill>
                </a:endParaRPr>
              </a:p>
            </p:txBody>
          </p:sp>
        </mc:Choice>
        <mc:Fallback xmlns="">
          <p:sp>
            <p:nvSpPr>
              <p:cNvPr id="984" name="TextBox 9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654" y="2023506"/>
                <a:ext cx="1992981" cy="230832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5" name="Rounded Rectangle 984"/>
          <p:cNvSpPr/>
          <p:nvPr/>
        </p:nvSpPr>
        <p:spPr>
          <a:xfrm>
            <a:off x="5061414" y="2201311"/>
            <a:ext cx="1237278" cy="77443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6" name="Oval 985"/>
          <p:cNvSpPr/>
          <p:nvPr/>
        </p:nvSpPr>
        <p:spPr>
          <a:xfrm>
            <a:off x="5187187" y="2873149"/>
            <a:ext cx="69698" cy="69698"/>
          </a:xfrm>
          <a:prstGeom prst="ellipse">
            <a:avLst/>
          </a:prstGeom>
          <a:solidFill>
            <a:srgbClr val="2A7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7" name="Oval 986"/>
          <p:cNvSpPr/>
          <p:nvPr/>
        </p:nvSpPr>
        <p:spPr>
          <a:xfrm>
            <a:off x="5149620" y="2635975"/>
            <a:ext cx="69698" cy="69698"/>
          </a:xfrm>
          <a:prstGeom prst="ellipse">
            <a:avLst/>
          </a:prstGeom>
          <a:solidFill>
            <a:srgbClr val="2A7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8" name="Oval 987"/>
          <p:cNvSpPr/>
          <p:nvPr/>
        </p:nvSpPr>
        <p:spPr>
          <a:xfrm>
            <a:off x="6101993" y="2616549"/>
            <a:ext cx="69698" cy="69698"/>
          </a:xfrm>
          <a:prstGeom prst="ellipse">
            <a:avLst/>
          </a:prstGeom>
          <a:solidFill>
            <a:srgbClr val="2A7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9" name="Oval 988"/>
          <p:cNvSpPr/>
          <p:nvPr/>
        </p:nvSpPr>
        <p:spPr>
          <a:xfrm>
            <a:off x="6015569" y="2839094"/>
            <a:ext cx="69698" cy="69698"/>
          </a:xfrm>
          <a:prstGeom prst="ellipse">
            <a:avLst/>
          </a:prstGeom>
          <a:solidFill>
            <a:srgbClr val="2A7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2" name="Oval 991"/>
          <p:cNvSpPr/>
          <p:nvPr/>
        </p:nvSpPr>
        <p:spPr>
          <a:xfrm>
            <a:off x="6041132" y="2708563"/>
            <a:ext cx="69698" cy="69698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3" name="Oval 992"/>
          <p:cNvSpPr/>
          <p:nvPr/>
        </p:nvSpPr>
        <p:spPr>
          <a:xfrm>
            <a:off x="5940431" y="2235238"/>
            <a:ext cx="69698" cy="69698"/>
          </a:xfrm>
          <a:prstGeom prst="ellipse">
            <a:avLst/>
          </a:prstGeom>
          <a:solidFill>
            <a:srgbClr val="2A7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4" name="Oval 993"/>
          <p:cNvSpPr/>
          <p:nvPr/>
        </p:nvSpPr>
        <p:spPr>
          <a:xfrm>
            <a:off x="5207718" y="2719709"/>
            <a:ext cx="105156" cy="105156"/>
          </a:xfrm>
          <a:prstGeom prst="ellipse">
            <a:avLst/>
          </a:prstGeom>
          <a:solidFill>
            <a:srgbClr val="2D825A"/>
          </a:solidFill>
          <a:ln w="1143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5" name="Oval 994"/>
          <p:cNvSpPr/>
          <p:nvPr/>
        </p:nvSpPr>
        <p:spPr>
          <a:xfrm>
            <a:off x="6024372" y="2311039"/>
            <a:ext cx="105156" cy="105156"/>
          </a:xfrm>
          <a:prstGeom prst="ellipse">
            <a:avLst/>
          </a:prstGeom>
          <a:solidFill>
            <a:srgbClr val="2D825A"/>
          </a:solidFill>
          <a:ln w="1143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6" name="Oval 995"/>
          <p:cNvSpPr/>
          <p:nvPr/>
        </p:nvSpPr>
        <p:spPr>
          <a:xfrm>
            <a:off x="6006084" y="2701421"/>
            <a:ext cx="105156" cy="105156"/>
          </a:xfrm>
          <a:prstGeom prst="ellipse">
            <a:avLst/>
          </a:prstGeom>
          <a:solidFill>
            <a:srgbClr val="2D825A"/>
          </a:solidFill>
          <a:ln w="1143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0" name="Rounded Rectangle 999"/>
          <p:cNvSpPr/>
          <p:nvPr/>
        </p:nvSpPr>
        <p:spPr>
          <a:xfrm>
            <a:off x="6378517" y="2379433"/>
            <a:ext cx="478946" cy="43685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Oval 1006"/>
          <p:cNvSpPr/>
          <p:nvPr/>
        </p:nvSpPr>
        <p:spPr>
          <a:xfrm>
            <a:off x="6587136" y="2585765"/>
            <a:ext cx="61708" cy="67879"/>
          </a:xfrm>
          <a:prstGeom prst="ellipse">
            <a:avLst/>
          </a:prstGeom>
          <a:solidFill>
            <a:schemeClr val="accent1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Rounded Rectangle 1008"/>
          <p:cNvSpPr/>
          <p:nvPr/>
        </p:nvSpPr>
        <p:spPr>
          <a:xfrm>
            <a:off x="7311263" y="2237275"/>
            <a:ext cx="860758" cy="78711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0" name="TextBox 1009"/>
              <p:cNvSpPr txBox="1"/>
              <p:nvPr/>
            </p:nvSpPr>
            <p:spPr>
              <a:xfrm>
                <a:off x="7380123" y="2231062"/>
                <a:ext cx="342273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000" b="1" i="1" smtClean="0">
                              <a:solidFill>
                                <a:srgbClr val="6E6E6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1" i="1" smtClean="0">
                              <a:solidFill>
                                <a:srgbClr val="6E6E6E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sz="1000" b="1" i="1" smtClean="0">
                              <a:solidFill>
                                <a:srgbClr val="6E6E6E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sz="1000" b="1" i="0" dirty="0">
                  <a:solidFill>
                    <a:srgbClr val="6E6E6E"/>
                  </a:solidFill>
                </a:endParaRPr>
              </a:p>
            </p:txBody>
          </p:sp>
        </mc:Choice>
        <mc:Fallback>
          <p:sp>
            <p:nvSpPr>
              <p:cNvPr id="1010" name="TextBox 10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123" y="2231062"/>
                <a:ext cx="342273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1" name="Rounded Rectangle 1010"/>
          <p:cNvSpPr/>
          <p:nvPr/>
        </p:nvSpPr>
        <p:spPr>
          <a:xfrm>
            <a:off x="7397338" y="2473409"/>
            <a:ext cx="671391" cy="12593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TextBox 1011"/>
          <p:cNvSpPr txBox="1"/>
          <p:nvPr/>
        </p:nvSpPr>
        <p:spPr>
          <a:xfrm>
            <a:off x="7431769" y="2425907"/>
            <a:ext cx="34015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 dirty="0">
                <a:solidFill>
                  <a:srgbClr val="6E6E6E"/>
                </a:solidFill>
              </a:rPr>
              <a:t>x1*</a:t>
            </a:r>
          </a:p>
        </p:txBody>
      </p:sp>
      <p:sp>
        <p:nvSpPr>
          <p:cNvPr id="1013" name="Oval 1012"/>
          <p:cNvSpPr/>
          <p:nvPr/>
        </p:nvSpPr>
        <p:spPr>
          <a:xfrm>
            <a:off x="8017084" y="2497022"/>
            <a:ext cx="86582" cy="86582"/>
          </a:xfrm>
          <a:prstGeom prst="ellipse">
            <a:avLst/>
          </a:prstGeom>
          <a:solidFill>
            <a:schemeClr val="accent1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Rounded Rectangle 1013"/>
          <p:cNvSpPr/>
          <p:nvPr/>
        </p:nvSpPr>
        <p:spPr>
          <a:xfrm>
            <a:off x="7397338" y="2646575"/>
            <a:ext cx="671391" cy="12593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TextBox 1014"/>
          <p:cNvSpPr txBox="1"/>
          <p:nvPr/>
        </p:nvSpPr>
        <p:spPr>
          <a:xfrm>
            <a:off x="7431769" y="2610948"/>
            <a:ext cx="34015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 dirty="0">
                <a:solidFill>
                  <a:srgbClr val="6E6E6E"/>
                </a:solidFill>
              </a:rPr>
              <a:t>x2*</a:t>
            </a:r>
          </a:p>
        </p:txBody>
      </p:sp>
      <p:sp>
        <p:nvSpPr>
          <p:cNvPr id="1016" name="Oval 1015"/>
          <p:cNvSpPr/>
          <p:nvPr/>
        </p:nvSpPr>
        <p:spPr>
          <a:xfrm>
            <a:off x="8017084" y="2670188"/>
            <a:ext cx="86582" cy="86582"/>
          </a:xfrm>
          <a:prstGeom prst="ellipse">
            <a:avLst/>
          </a:prstGeom>
          <a:solidFill>
            <a:schemeClr val="accent1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Rounded Rectangle 1016"/>
          <p:cNvSpPr/>
          <p:nvPr/>
        </p:nvSpPr>
        <p:spPr>
          <a:xfrm>
            <a:off x="7397338" y="2819740"/>
            <a:ext cx="671391" cy="12593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TextBox 1017"/>
          <p:cNvSpPr txBox="1"/>
          <p:nvPr/>
        </p:nvSpPr>
        <p:spPr>
          <a:xfrm>
            <a:off x="7431769" y="2772238"/>
            <a:ext cx="34015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 dirty="0">
                <a:solidFill>
                  <a:srgbClr val="6E6E6E"/>
                </a:solidFill>
              </a:rPr>
              <a:t>x3*</a:t>
            </a:r>
          </a:p>
        </p:txBody>
      </p:sp>
      <p:sp>
        <p:nvSpPr>
          <p:cNvPr id="1019" name="Oval 1018"/>
          <p:cNvSpPr/>
          <p:nvPr/>
        </p:nvSpPr>
        <p:spPr>
          <a:xfrm>
            <a:off x="8017084" y="2843353"/>
            <a:ext cx="86582" cy="86582"/>
          </a:xfrm>
          <a:prstGeom prst="ellipse">
            <a:avLst/>
          </a:prstGeom>
          <a:solidFill>
            <a:schemeClr val="accent1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ounded Rectangle 1020"/>
          <p:cNvSpPr/>
          <p:nvPr/>
        </p:nvSpPr>
        <p:spPr>
          <a:xfrm>
            <a:off x="8213786" y="2247052"/>
            <a:ext cx="970458" cy="793327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2" name="TextBox 1021"/>
              <p:cNvSpPr txBox="1"/>
              <p:nvPr/>
            </p:nvSpPr>
            <p:spPr>
              <a:xfrm>
                <a:off x="8049591" y="2245652"/>
                <a:ext cx="1299574" cy="2767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0" smtClean="0">
                          <a:solidFill>
                            <a:srgbClr val="6E6E6E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000" b="1" i="0" smtClean="0">
                          <a:solidFill>
                            <a:srgbClr val="6E6E6E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d>
                        <m:dPr>
                          <m:ctrlPr>
                            <a:rPr lang="en-US" sz="1000" b="1" i="1" smtClean="0">
                              <a:solidFill>
                                <a:srgbClr val="6E6E6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1" i="1" smtClean="0">
                                  <a:solidFill>
                                    <a:srgbClr val="6E6E6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 smtClean="0">
                                  <a:solidFill>
                                    <a:srgbClr val="6E6E6E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000" b="1" i="1" smtClean="0">
                                  <a:solidFill>
                                    <a:srgbClr val="6E6E6E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sub>
                          </m:sSub>
                          <m:r>
                            <a:rPr lang="en-US" sz="1000" b="1" i="1" smtClean="0">
                              <a:solidFill>
                                <a:srgbClr val="6E6E6E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00" b="1" i="1" smtClean="0">
                              <a:solidFill>
                                <a:srgbClr val="6E6E6E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000" b="1" i="1" smtClean="0">
                          <a:solidFill>
                            <a:srgbClr val="6E6E6E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000" b="1" i="1" smtClean="0">
                          <a:solidFill>
                            <a:srgbClr val="6E6E6E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000" b="1" i="1" smtClean="0">
                          <a:solidFill>
                            <a:srgbClr val="6E6E6E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000" b="1" i="1" smtClean="0">
                              <a:solidFill>
                                <a:srgbClr val="6E6E6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1" i="1" smtClean="0">
                              <a:solidFill>
                                <a:srgbClr val="6E6E6E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sz="1000" b="1" i="1">
                              <a:solidFill>
                                <a:srgbClr val="6E6E6E"/>
                              </a:solidFill>
                              <a:latin typeface="Cambria Math" panose="02040503050406030204" pitchFamily="18" charset="0"/>
                            </a:rPr>
                            <m:t>⋆</m:t>
                          </m:r>
                        </m:sup>
                      </m:sSup>
                      <m:r>
                        <a:rPr lang="en-US" sz="1000" b="1" i="1" smtClean="0">
                          <a:solidFill>
                            <a:srgbClr val="6E6E6E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sz="1000" b="1" i="0" dirty="0">
                  <a:solidFill>
                    <a:srgbClr val="6E6E6E"/>
                  </a:solidFill>
                </a:endParaRPr>
              </a:p>
            </p:txBody>
          </p:sp>
        </mc:Choice>
        <mc:Fallback>
          <p:sp>
            <p:nvSpPr>
              <p:cNvPr id="1022" name="TextBox 10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591" y="2245652"/>
                <a:ext cx="1299574" cy="2767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3" name="Rounded Rectangle 1022"/>
          <p:cNvSpPr/>
          <p:nvPr/>
        </p:nvSpPr>
        <p:spPr>
          <a:xfrm>
            <a:off x="8424751" y="2486099"/>
            <a:ext cx="714368" cy="124691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 dirty="0">
                <a:solidFill>
                  <a:srgbClr val="6E6E6E"/>
                </a:solidFill>
              </a:rPr>
              <a:t>+10k</a:t>
            </a:r>
            <a:r>
              <a:rPr lang="en-US" sz="800" b="1" dirty="0">
                <a:solidFill>
                  <a:srgbClr val="6E6E6E"/>
                </a:solidFill>
              </a:rPr>
              <a:t> income</a:t>
            </a:r>
            <a:endParaRPr sz="800" b="1" dirty="0">
              <a:solidFill>
                <a:srgbClr val="6E6E6E"/>
              </a:solidFill>
            </a:endParaRPr>
          </a:p>
        </p:txBody>
      </p:sp>
      <p:cxnSp>
        <p:nvCxnSpPr>
          <p:cNvPr id="1047" name="Connector 1046"/>
          <p:cNvCxnSpPr>
            <a:cxnSpLocks/>
            <a:endCxn id="5" idx="2"/>
          </p:cNvCxnSpPr>
          <p:nvPr/>
        </p:nvCxnSpPr>
        <p:spPr>
          <a:xfrm flipV="1">
            <a:off x="5260296" y="2650050"/>
            <a:ext cx="487946" cy="122237"/>
          </a:xfrm>
          <a:prstGeom prst="line">
            <a:avLst/>
          </a:prstGeom>
          <a:ln w="13970">
            <a:solidFill>
              <a:srgbClr val="6E6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>
            <a:cxnSpLocks/>
          </p:cNvCxnSpPr>
          <p:nvPr/>
        </p:nvCxnSpPr>
        <p:spPr>
          <a:xfrm flipH="1">
            <a:off x="5787566" y="2392388"/>
            <a:ext cx="268302" cy="261412"/>
          </a:xfrm>
          <a:prstGeom prst="line">
            <a:avLst/>
          </a:prstGeom>
          <a:ln w="13970">
            <a:solidFill>
              <a:srgbClr val="6E6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>
            <a:cxnSpLocks/>
            <a:stCxn id="5" idx="2"/>
          </p:cNvCxnSpPr>
          <p:nvPr/>
        </p:nvCxnSpPr>
        <p:spPr>
          <a:xfrm>
            <a:off x="5748242" y="2650050"/>
            <a:ext cx="310420" cy="103949"/>
          </a:xfrm>
          <a:prstGeom prst="line">
            <a:avLst/>
          </a:prstGeom>
          <a:ln w="13970">
            <a:solidFill>
              <a:srgbClr val="6E6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166659-9383-E0DA-6ECC-5A28A9CC7C19}"/>
              </a:ext>
            </a:extLst>
          </p:cNvPr>
          <p:cNvSpPr txBox="1"/>
          <p:nvPr/>
        </p:nvSpPr>
        <p:spPr>
          <a:xfrm>
            <a:off x="5623687" y="2587948"/>
            <a:ext cx="198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6E6E6E"/>
                </a:solidFill>
              </a:rPr>
              <a:t>q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0FF849F-0AE3-6E54-2A7B-546072509FAF}"/>
              </a:ext>
            </a:extLst>
          </p:cNvPr>
          <p:cNvSpPr/>
          <p:nvPr/>
        </p:nvSpPr>
        <p:spPr>
          <a:xfrm>
            <a:off x="5748242" y="2614665"/>
            <a:ext cx="70770" cy="70770"/>
          </a:xfrm>
          <a:prstGeom prst="ellipse">
            <a:avLst/>
          </a:prstGeom>
          <a:solidFill>
            <a:srgbClr val="E68C00"/>
          </a:solidFill>
          <a:ln w="9525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89366-76B0-F04D-2758-2A42241A9185}"/>
              </a:ext>
            </a:extLst>
          </p:cNvPr>
          <p:cNvSpPr txBox="1"/>
          <p:nvPr/>
        </p:nvSpPr>
        <p:spPr>
          <a:xfrm>
            <a:off x="6031858" y="266071"/>
            <a:ext cx="132802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0" i="1" dirty="0">
                <a:solidFill>
                  <a:srgbClr val="6E6E6E"/>
                </a:solidFill>
              </a:rPr>
              <a:t>L</a:t>
            </a:r>
            <a:r>
              <a:rPr sz="900" b="0" i="1" dirty="0">
                <a:solidFill>
                  <a:srgbClr val="6E6E6E"/>
                </a:solidFill>
              </a:rPr>
              <a:t>ow</a:t>
            </a:r>
            <a:r>
              <a:rPr lang="en-US" sz="900" b="0" i="1" dirty="0">
                <a:solidFill>
                  <a:srgbClr val="6E6E6E"/>
                </a:solidFill>
              </a:rPr>
              <a:t> </a:t>
            </a:r>
            <a:r>
              <a:rPr sz="900" b="0" i="1" dirty="0">
                <a:solidFill>
                  <a:srgbClr val="6E6E6E"/>
                </a:solidFill>
              </a:rPr>
              <a:t>d</a:t>
            </a:r>
            <a:r>
              <a:rPr lang="en-US" sz="900" b="0" i="1" dirty="0">
                <a:solidFill>
                  <a:srgbClr val="6E6E6E"/>
                </a:solidFill>
              </a:rPr>
              <a:t>imensions</a:t>
            </a:r>
            <a:endParaRPr sz="900" b="0" i="1" dirty="0">
              <a:solidFill>
                <a:srgbClr val="6E6E6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433CDC-27C2-1570-E2DA-FCC48B44F476}"/>
                  </a:ext>
                </a:extLst>
              </p:cNvPr>
              <p:cNvSpPr txBox="1"/>
              <p:nvPr/>
            </p:nvSpPr>
            <p:spPr>
              <a:xfrm>
                <a:off x="6412220" y="2366062"/>
                <a:ext cx="342273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000" b="1" i="1" smtClean="0">
                              <a:solidFill>
                                <a:srgbClr val="6E6E6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b="1" i="1" smtClean="0">
                              <a:solidFill>
                                <a:srgbClr val="6E6E6E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sz="1000" b="1" i="1" smtClean="0">
                              <a:solidFill>
                                <a:srgbClr val="6E6E6E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sz="1000" b="1" i="0" dirty="0">
                  <a:solidFill>
                    <a:srgbClr val="6E6E6E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433CDC-27C2-1570-E2DA-FCC48B44F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220" y="2366062"/>
                <a:ext cx="342273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5417E2-B3E2-D76B-72DE-1BC118C32560}"/>
                  </a:ext>
                </a:extLst>
              </p:cNvPr>
              <p:cNvSpPr txBox="1"/>
              <p:nvPr/>
            </p:nvSpPr>
            <p:spPr>
              <a:xfrm>
                <a:off x="5197209" y="1995357"/>
                <a:ext cx="1554913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900" b="0" i="1" dirty="0">
                    <a:solidFill>
                      <a:srgbClr val="6E6E6E"/>
                    </a:solidFill>
                  </a:rPr>
                  <a:t>Select for diversity over </a:t>
                </a:r>
                <a14:m>
                  <m:oMath xmlns:m="http://schemas.openxmlformats.org/officeDocument/2006/math">
                    <m:r>
                      <a:rPr lang="en-US" sz="900" b="0" i="1" smtClean="0">
                        <a:solidFill>
                          <a:srgbClr val="6E6E6E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900" b="0" i="1" dirty="0">
                    <a:solidFill>
                      <a:srgbClr val="6E6E6E"/>
                    </a:solidFill>
                  </a:rPr>
                  <a:t> </a:t>
                </a:r>
                <a:endParaRPr sz="900" b="0" i="1" dirty="0">
                  <a:solidFill>
                    <a:srgbClr val="6E6E6E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5417E2-B3E2-D76B-72DE-1BC118C32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209" y="1995357"/>
                <a:ext cx="1554913" cy="230832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Google Shape;331;p13">
            <a:extLst>
              <a:ext uri="{FF2B5EF4-FFF2-40B4-BE49-F238E27FC236}">
                <a16:creationId xmlns:a16="http://schemas.microsoft.com/office/drawing/2014/main" id="{7F402C70-B15D-EB77-DD53-F95D7117B3DA}"/>
              </a:ext>
            </a:extLst>
          </p:cNvPr>
          <p:cNvSpPr/>
          <p:nvPr/>
        </p:nvSpPr>
        <p:spPr>
          <a:xfrm>
            <a:off x="6255593" y="2557115"/>
            <a:ext cx="171637" cy="14081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25" tIns="91225" rIns="91225" bIns="9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97"/>
          </a:p>
        </p:txBody>
      </p:sp>
      <p:sp>
        <p:nvSpPr>
          <p:cNvPr id="1020" name="Right Arrow 1019"/>
          <p:cNvSpPr/>
          <p:nvPr/>
        </p:nvSpPr>
        <p:spPr>
          <a:xfrm>
            <a:off x="8132494" y="2566226"/>
            <a:ext cx="149697" cy="141277"/>
          </a:xfrm>
          <a:prstGeom prst="rightArrow">
            <a:avLst/>
          </a:prstGeom>
          <a:solidFill>
            <a:srgbClr val="E6E6E6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7" name="Oval 816"/>
          <p:cNvSpPr/>
          <p:nvPr/>
        </p:nvSpPr>
        <p:spPr>
          <a:xfrm>
            <a:off x="529251" y="593526"/>
            <a:ext cx="668421" cy="14525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6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Google Shape;475;p13">
            <a:extLst>
              <a:ext uri="{FF2B5EF4-FFF2-40B4-BE49-F238E27FC236}">
                <a16:creationId xmlns:a16="http://schemas.microsoft.com/office/drawing/2014/main" id="{8183DA9F-4F2A-673D-9DE1-91967A623CD2}"/>
              </a:ext>
            </a:extLst>
          </p:cNvPr>
          <p:cNvSpPr txBox="1"/>
          <p:nvPr/>
        </p:nvSpPr>
        <p:spPr>
          <a:xfrm>
            <a:off x="2614186" y="6497"/>
            <a:ext cx="2994000" cy="32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91225" rIns="91225" bIns="912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900" b="1" dirty="0">
                <a:solidFill>
                  <a:srgbClr val="6E6E6E"/>
                </a:solidFill>
              </a:rPr>
              <a:t>1.a) Admissibility and cost parameterization</a:t>
            </a:r>
            <a:endParaRPr sz="900" dirty="0">
              <a:solidFill>
                <a:srgbClr val="595959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CB18A38-2F4C-CEAC-105D-061A4A32B5E7}"/>
              </a:ext>
            </a:extLst>
          </p:cNvPr>
          <p:cNvSpPr/>
          <p:nvPr/>
        </p:nvSpPr>
        <p:spPr>
          <a:xfrm>
            <a:off x="2579392" y="423266"/>
            <a:ext cx="777240" cy="111812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F25936-FC5A-9040-EE3A-1D817E3DD6F3}"/>
              </a:ext>
            </a:extLst>
          </p:cNvPr>
          <p:cNvSpPr txBox="1"/>
          <p:nvPr/>
        </p:nvSpPr>
        <p:spPr>
          <a:xfrm>
            <a:off x="2625112" y="450698"/>
            <a:ext cx="685800" cy="228600"/>
          </a:xfrm>
          <a:prstGeom prst="rect">
            <a:avLst/>
          </a:prstGeom>
          <a:noFill/>
        </p:spPr>
        <p:txBody>
          <a:bodyPr wrap="none" lIns="38100" tIns="12700" rIns="38100" bIns="12700">
            <a:noAutofit/>
          </a:bodyPr>
          <a:lstStyle/>
          <a:p>
            <a:pPr algn="ctr"/>
            <a:r>
              <a:rPr sz="1000" b="1" i="0" dirty="0" err="1">
                <a:solidFill>
                  <a:srgbClr val="3C3C3C"/>
                </a:solidFill>
              </a:rPr>
              <a:t>ω</a:t>
            </a:r>
            <a:r>
              <a:rPr sz="1000" b="1" i="0" dirty="0">
                <a:solidFill>
                  <a:srgbClr val="3C3C3C"/>
                </a:solidFill>
              </a:rPr>
              <a:t> from </a:t>
            </a:r>
            <a:r>
              <a:rPr lang="en-US" sz="1000" b="1" i="0" dirty="0">
                <a:solidFill>
                  <a:srgbClr val="3C3C3C"/>
                </a:solidFill>
              </a:rPr>
              <a:t>W</a:t>
            </a:r>
            <a:endParaRPr sz="1000" b="1" i="0" dirty="0">
              <a:solidFill>
                <a:srgbClr val="3C3C3C"/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48FDAE4-DFD5-04B1-0F9D-689CBE4FBABB}"/>
              </a:ext>
            </a:extLst>
          </p:cNvPr>
          <p:cNvSpPr/>
          <p:nvPr/>
        </p:nvSpPr>
        <p:spPr>
          <a:xfrm>
            <a:off x="2661688" y="715874"/>
            <a:ext cx="612648" cy="164592"/>
          </a:xfrm>
          <a:prstGeom prst="roundRect">
            <a:avLst/>
          </a:prstGeom>
          <a:solidFill>
            <a:srgbClr val="E6E6E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8100" tIns="12700" rIns="38100" bIns="12700" rtlCol="0" anchor="ctr">
            <a:noAutofit/>
          </a:bodyPr>
          <a:lstStyle/>
          <a:p>
            <a:pPr algn="ctr"/>
            <a:r>
              <a:rPr sz="800" b="0" i="0" dirty="0" err="1">
                <a:solidFill>
                  <a:srgbClr val="3C3C3C"/>
                </a:solidFill>
              </a:rPr>
              <a:t>immut</a:t>
            </a:r>
            <a:r>
              <a:rPr sz="800" b="0" i="0" dirty="0">
                <a:solidFill>
                  <a:srgbClr val="3C3C3C"/>
                </a:solidFill>
              </a:rPr>
              <a:t>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9F370BF-56BD-5957-1CAA-73CC887C400D}"/>
              </a:ext>
            </a:extLst>
          </p:cNvPr>
          <p:cNvSpPr/>
          <p:nvPr/>
        </p:nvSpPr>
        <p:spPr>
          <a:xfrm>
            <a:off x="2661688" y="917042"/>
            <a:ext cx="612648" cy="164592"/>
          </a:xfrm>
          <a:prstGeom prst="roundRect">
            <a:avLst/>
          </a:prstGeom>
          <a:solidFill>
            <a:srgbClr val="E6E6E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8100" tIns="12700" rIns="38100" bIns="12700" rtlCol="0" anchor="ctr">
            <a:noAutofit/>
          </a:bodyPr>
          <a:lstStyle/>
          <a:p>
            <a:pPr algn="ctr"/>
            <a:r>
              <a:rPr sz="800" b="0" i="0">
                <a:solidFill>
                  <a:srgbClr val="3C3C3C"/>
                </a:solidFill>
              </a:rPr>
              <a:t>budget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F2736E3-03F4-1C3F-97B7-47900BA34508}"/>
              </a:ext>
            </a:extLst>
          </p:cNvPr>
          <p:cNvSpPr/>
          <p:nvPr/>
        </p:nvSpPr>
        <p:spPr>
          <a:xfrm>
            <a:off x="2661688" y="1118210"/>
            <a:ext cx="612648" cy="164592"/>
          </a:xfrm>
          <a:prstGeom prst="roundRect">
            <a:avLst/>
          </a:prstGeom>
          <a:solidFill>
            <a:srgbClr val="E6E6E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8100" tIns="12700" rIns="38100" bIns="12700" rtlCol="0" anchor="ctr">
            <a:noAutofit/>
          </a:bodyPr>
          <a:lstStyle/>
          <a:p>
            <a:pPr algn="ctr"/>
            <a:r>
              <a:rPr sz="800" b="0" i="0">
                <a:solidFill>
                  <a:srgbClr val="3C3C3C"/>
                </a:solidFill>
              </a:rPr>
              <a:t>weights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3CE1EED-2945-97A3-1DB6-DA2C1372B0A9}"/>
              </a:ext>
            </a:extLst>
          </p:cNvPr>
          <p:cNvSpPr/>
          <p:nvPr/>
        </p:nvSpPr>
        <p:spPr>
          <a:xfrm>
            <a:off x="3466359" y="423266"/>
            <a:ext cx="1872741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63CD59-4641-8DE6-1B64-C01969DF5FD7}"/>
              </a:ext>
            </a:extLst>
          </p:cNvPr>
          <p:cNvSpPr txBox="1"/>
          <p:nvPr/>
        </p:nvSpPr>
        <p:spPr>
          <a:xfrm>
            <a:off x="3539512" y="468986"/>
            <a:ext cx="960120" cy="164592"/>
          </a:xfrm>
          <a:prstGeom prst="rect">
            <a:avLst/>
          </a:prstGeom>
          <a:noFill/>
        </p:spPr>
        <p:txBody>
          <a:bodyPr wrap="none" lIns="38100" tIns="12700" rIns="38100" bIns="12700">
            <a:noAutofit/>
          </a:bodyPr>
          <a:lstStyle/>
          <a:p>
            <a:pPr algn="l"/>
            <a:r>
              <a:rPr sz="900" b="1" i="0" dirty="0">
                <a:solidFill>
                  <a:srgbClr val="3C3C3C"/>
                </a:solidFill>
              </a:rPr>
              <a:t>Define cost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6A5FCD5-7A37-207F-8C85-92C15EE3EABE}"/>
                  </a:ext>
                </a:extLst>
              </p:cNvPr>
              <p:cNvSpPr txBox="1"/>
              <p:nvPr/>
            </p:nvSpPr>
            <p:spPr>
              <a:xfrm>
                <a:off x="3539512" y="633578"/>
                <a:ext cx="1234440" cy="201168"/>
              </a:xfrm>
              <a:prstGeom prst="rect">
                <a:avLst/>
              </a:prstGeom>
              <a:noFill/>
            </p:spPr>
            <p:txBody>
              <a:bodyPr wrap="none" lIns="38100" tIns="12700" rIns="38100" bIns="1270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dirty="0" smtClean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900" b="0" i="1" dirty="0" smtClean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l-GR" sz="900" i="1" dirty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l-GR" sz="900" b="0" i="1" dirty="0">
                          <a:solidFill>
                            <a:srgbClr val="3C3C3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900" b="0" i="1" dirty="0" smtClean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900" b="0" i="0" dirty="0" err="1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l-GR" sz="900" i="1" dirty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sz="900" b="0" i="1" dirty="0" smtClean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900" b="0" i="1" dirty="0" err="1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l-GR" sz="900" i="1" dirty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l-GR" sz="900" b="0" i="1" dirty="0" err="1">
                          <a:solidFill>
                            <a:srgbClr val="3C3C3C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900" b="0" i="1" dirty="0" smtClean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900" b="0" i="1" dirty="0" err="1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l-GR" sz="900" i="1" dirty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900" b="0" i="1" dirty="0" smtClean="0">
                          <a:solidFill>
                            <a:srgbClr val="3C3C3C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900" b="0" i="1" dirty="0" smtClean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900" b="0" i="1" dirty="0" err="1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l-GR" sz="900" i="1" dirty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l-GR" sz="900" b="0" i="1" dirty="0">
                          <a:solidFill>
                            <a:srgbClr val="3C3C3C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sz="900" b="0" i="0" dirty="0">
                  <a:solidFill>
                    <a:srgbClr val="3C3C3C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6A5FCD5-7A37-207F-8C85-92C15EE3E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12" y="633578"/>
                <a:ext cx="1234440" cy="201168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nector 1058">
            <a:extLst>
              <a:ext uri="{FF2B5EF4-FFF2-40B4-BE49-F238E27FC236}">
                <a16:creationId xmlns:a16="http://schemas.microsoft.com/office/drawing/2014/main" id="{C7F6BB49-53EE-DDCE-DACB-9841E2E639BB}"/>
              </a:ext>
            </a:extLst>
          </p:cNvPr>
          <p:cNvCxnSpPr/>
          <p:nvPr/>
        </p:nvCxnSpPr>
        <p:spPr>
          <a:xfrm>
            <a:off x="4868440" y="537566"/>
            <a:ext cx="384048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CBDAD56-96AB-DF38-1399-2D4524AE371A}"/>
              </a:ext>
            </a:extLst>
          </p:cNvPr>
          <p:cNvSpPr/>
          <p:nvPr/>
        </p:nvSpPr>
        <p:spPr>
          <a:xfrm>
            <a:off x="4959880" y="510134"/>
            <a:ext cx="54864" cy="54864"/>
          </a:xfrm>
          <a:prstGeom prst="ellipse">
            <a:avLst/>
          </a:prstGeom>
          <a:solidFill>
            <a:schemeClr val="bg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1060">
            <a:extLst>
              <a:ext uri="{FF2B5EF4-FFF2-40B4-BE49-F238E27FC236}">
                <a16:creationId xmlns:a16="http://schemas.microsoft.com/office/drawing/2014/main" id="{CC156DC4-B7B6-58C0-1BC8-18D802722951}"/>
              </a:ext>
            </a:extLst>
          </p:cNvPr>
          <p:cNvCxnSpPr/>
          <p:nvPr/>
        </p:nvCxnSpPr>
        <p:spPr>
          <a:xfrm>
            <a:off x="4868440" y="647294"/>
            <a:ext cx="384048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B34F5D1D-83A4-3E32-F52D-A570E0788026}"/>
              </a:ext>
            </a:extLst>
          </p:cNvPr>
          <p:cNvSpPr/>
          <p:nvPr/>
        </p:nvSpPr>
        <p:spPr>
          <a:xfrm>
            <a:off x="5033032" y="619862"/>
            <a:ext cx="54864" cy="54864"/>
          </a:xfrm>
          <a:prstGeom prst="ellipse">
            <a:avLst/>
          </a:prstGeom>
          <a:solidFill>
            <a:schemeClr val="bg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1062">
            <a:extLst>
              <a:ext uri="{FF2B5EF4-FFF2-40B4-BE49-F238E27FC236}">
                <a16:creationId xmlns:a16="http://schemas.microsoft.com/office/drawing/2014/main" id="{C40F1A48-05A0-2ED1-2052-93D17A584425}"/>
              </a:ext>
            </a:extLst>
          </p:cNvPr>
          <p:cNvCxnSpPr/>
          <p:nvPr/>
        </p:nvCxnSpPr>
        <p:spPr>
          <a:xfrm>
            <a:off x="4868440" y="757022"/>
            <a:ext cx="384048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0EABBD1D-72FB-51AA-EB63-F84965BBEE07}"/>
              </a:ext>
            </a:extLst>
          </p:cNvPr>
          <p:cNvSpPr/>
          <p:nvPr/>
        </p:nvSpPr>
        <p:spPr>
          <a:xfrm>
            <a:off x="5106184" y="729590"/>
            <a:ext cx="54864" cy="54864"/>
          </a:xfrm>
          <a:prstGeom prst="ellipse">
            <a:avLst/>
          </a:prstGeom>
          <a:solidFill>
            <a:schemeClr val="bg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27622E3-DBF6-A48C-CAE6-A892D4E40598}"/>
              </a:ext>
            </a:extLst>
          </p:cNvPr>
          <p:cNvSpPr/>
          <p:nvPr/>
        </p:nvSpPr>
        <p:spPr>
          <a:xfrm>
            <a:off x="3466360" y="1017626"/>
            <a:ext cx="1691640" cy="457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CEB233-D395-790A-8393-D7ADEDD4671A}"/>
              </a:ext>
            </a:extLst>
          </p:cNvPr>
          <p:cNvSpPr txBox="1"/>
          <p:nvPr/>
        </p:nvSpPr>
        <p:spPr>
          <a:xfrm>
            <a:off x="3539512" y="1063346"/>
            <a:ext cx="1143000" cy="164592"/>
          </a:xfrm>
          <a:prstGeom prst="rect">
            <a:avLst/>
          </a:prstGeom>
          <a:noFill/>
        </p:spPr>
        <p:txBody>
          <a:bodyPr wrap="none" lIns="38100" tIns="12700" rIns="38100" bIns="12700">
            <a:noAutofit/>
          </a:bodyPr>
          <a:lstStyle/>
          <a:p>
            <a:pPr algn="l"/>
            <a:r>
              <a:rPr sz="900" b="1" i="0">
                <a:solidFill>
                  <a:srgbClr val="3C3C3C"/>
                </a:solidFill>
              </a:rPr>
              <a:t>Define feasibility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158772D-DD01-F737-438A-0CCE3F0D24BA}"/>
                  </a:ext>
                </a:extLst>
              </p:cNvPr>
              <p:cNvSpPr txBox="1"/>
              <p:nvPr/>
            </p:nvSpPr>
            <p:spPr>
              <a:xfrm>
                <a:off x="3539512" y="1227938"/>
                <a:ext cx="1417320" cy="201168"/>
              </a:xfrm>
              <a:prstGeom prst="rect">
                <a:avLst/>
              </a:prstGeom>
              <a:noFill/>
            </p:spPr>
            <p:txBody>
              <a:bodyPr wrap="none" lIns="38100" tIns="12700" rIns="38100" bIns="1270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50" b="0" i="1" dirty="0" smtClean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50" b="0" i="1" dirty="0" smtClean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850" i="1" dirty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sz="850" b="0" i="1" dirty="0">
                          <a:solidFill>
                            <a:srgbClr val="3C3C3C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850" b="0" i="1" dirty="0" smtClean="0">
                          <a:solidFill>
                            <a:srgbClr val="3C3C3C"/>
                          </a:solidFill>
                          <a:latin typeface="Cambria Math" panose="02040503050406030204" pitchFamily="18" charset="0"/>
                        </a:rPr>
                        <m:t>𝑖𝑚𝑚</m:t>
                      </m:r>
                      <m:r>
                        <a:rPr lang="en-US" sz="850" b="0" i="1" dirty="0" smtClean="0">
                          <a:solidFill>
                            <a:srgbClr val="3C3C3C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850" b="0" i="1" dirty="0">
                          <a:solidFill>
                            <a:srgbClr val="3C3C3C"/>
                          </a:solidFill>
                          <a:latin typeface="Cambria Math" panose="02040503050406030204" pitchFamily="18" charset="0"/>
                        </a:rPr>
                        <m:t>𝑜𝑘</m:t>
                      </m:r>
                      <m:r>
                        <a:rPr lang="en-US" sz="850" b="0" i="1" dirty="0">
                          <a:solidFill>
                            <a:srgbClr val="3C3C3C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850" b="0" i="1" dirty="0" smtClean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50" b="0" i="1" dirty="0" err="1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850" i="1" dirty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sz="850" b="0" i="1" dirty="0" err="1">
                          <a:solidFill>
                            <a:srgbClr val="3C3C3C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850" b="0" i="1" dirty="0" err="1">
                          <a:solidFill>
                            <a:srgbClr val="3C3C3C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sz="850" b="0" dirty="0">
                  <a:solidFill>
                    <a:srgbClr val="3C3C3C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158772D-DD01-F737-438A-0CCE3F0D2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12" y="1227938"/>
                <a:ext cx="1417320" cy="2011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FA49171C-677A-21F7-AF73-087E084B95AC}"/>
              </a:ext>
            </a:extLst>
          </p:cNvPr>
          <p:cNvSpPr/>
          <p:nvPr/>
        </p:nvSpPr>
        <p:spPr>
          <a:xfrm>
            <a:off x="4903492" y="1089254"/>
            <a:ext cx="64008" cy="64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1068">
            <a:extLst>
              <a:ext uri="{FF2B5EF4-FFF2-40B4-BE49-F238E27FC236}">
                <a16:creationId xmlns:a16="http://schemas.microsoft.com/office/drawing/2014/main" id="{BBC1D994-B89E-449D-6B3C-BBE260EEA967}"/>
              </a:ext>
            </a:extLst>
          </p:cNvPr>
          <p:cNvCxnSpPr/>
          <p:nvPr/>
        </p:nvCxnSpPr>
        <p:spPr>
          <a:xfrm>
            <a:off x="4917208" y="1116686"/>
            <a:ext cx="13716" cy="18288"/>
          </a:xfrm>
          <a:prstGeom prst="line">
            <a:avLst/>
          </a:prstGeom>
          <a:ln w="1524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069">
            <a:extLst>
              <a:ext uri="{FF2B5EF4-FFF2-40B4-BE49-F238E27FC236}">
                <a16:creationId xmlns:a16="http://schemas.microsoft.com/office/drawing/2014/main" id="{D7475847-BC3C-B83D-344B-37F89FB48D26}"/>
              </a:ext>
            </a:extLst>
          </p:cNvPr>
          <p:cNvCxnSpPr/>
          <p:nvPr/>
        </p:nvCxnSpPr>
        <p:spPr>
          <a:xfrm flipV="1">
            <a:off x="4930924" y="1098398"/>
            <a:ext cx="27432" cy="36576"/>
          </a:xfrm>
          <a:prstGeom prst="line">
            <a:avLst/>
          </a:prstGeom>
          <a:ln w="1524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4DE76843-BC49-FCCF-7ED6-215E62E48FCB}"/>
              </a:ext>
            </a:extLst>
          </p:cNvPr>
          <p:cNvSpPr/>
          <p:nvPr/>
        </p:nvSpPr>
        <p:spPr>
          <a:xfrm>
            <a:off x="4903492" y="1198982"/>
            <a:ext cx="64008" cy="64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1071">
            <a:extLst>
              <a:ext uri="{FF2B5EF4-FFF2-40B4-BE49-F238E27FC236}">
                <a16:creationId xmlns:a16="http://schemas.microsoft.com/office/drawing/2014/main" id="{112FFADC-3A58-E0DE-CB82-6E6694F9476A}"/>
              </a:ext>
            </a:extLst>
          </p:cNvPr>
          <p:cNvCxnSpPr/>
          <p:nvPr/>
        </p:nvCxnSpPr>
        <p:spPr>
          <a:xfrm>
            <a:off x="4917208" y="1226414"/>
            <a:ext cx="13716" cy="18288"/>
          </a:xfrm>
          <a:prstGeom prst="line">
            <a:avLst/>
          </a:prstGeom>
          <a:ln w="1524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1072">
            <a:extLst>
              <a:ext uri="{FF2B5EF4-FFF2-40B4-BE49-F238E27FC236}">
                <a16:creationId xmlns:a16="http://schemas.microsoft.com/office/drawing/2014/main" id="{E056F781-91B0-49CE-3577-3332DB1D8EBE}"/>
              </a:ext>
            </a:extLst>
          </p:cNvPr>
          <p:cNvCxnSpPr/>
          <p:nvPr/>
        </p:nvCxnSpPr>
        <p:spPr>
          <a:xfrm flipV="1">
            <a:off x="4930924" y="1208126"/>
            <a:ext cx="27432" cy="36576"/>
          </a:xfrm>
          <a:prstGeom prst="line">
            <a:avLst/>
          </a:prstGeom>
          <a:ln w="1524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58D49C8-D1BB-A9F7-7CE5-0063E4F67F3D}"/>
              </a:ext>
            </a:extLst>
          </p:cNvPr>
          <p:cNvSpPr/>
          <p:nvPr/>
        </p:nvSpPr>
        <p:spPr>
          <a:xfrm>
            <a:off x="4903492" y="1308710"/>
            <a:ext cx="64008" cy="64008"/>
          </a:xfrm>
          <a:prstGeom prst="rect">
            <a:avLst/>
          </a:prstGeom>
          <a:solidFill>
            <a:srgbClr val="FFFFFF"/>
          </a:solidFill>
          <a:ln w="1016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1074">
            <a:extLst>
              <a:ext uri="{FF2B5EF4-FFF2-40B4-BE49-F238E27FC236}">
                <a16:creationId xmlns:a16="http://schemas.microsoft.com/office/drawing/2014/main" id="{4B8FFDA9-4E29-F8CB-372D-C5B0CA0BD541}"/>
              </a:ext>
            </a:extLst>
          </p:cNvPr>
          <p:cNvCxnSpPr/>
          <p:nvPr/>
        </p:nvCxnSpPr>
        <p:spPr>
          <a:xfrm>
            <a:off x="4917208" y="1336142"/>
            <a:ext cx="13716" cy="18288"/>
          </a:xfrm>
          <a:prstGeom prst="line">
            <a:avLst/>
          </a:prstGeom>
          <a:ln w="1524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075">
            <a:extLst>
              <a:ext uri="{FF2B5EF4-FFF2-40B4-BE49-F238E27FC236}">
                <a16:creationId xmlns:a16="http://schemas.microsoft.com/office/drawing/2014/main" id="{CC313E18-0E43-D223-3398-BD44EC2E1D0E}"/>
              </a:ext>
            </a:extLst>
          </p:cNvPr>
          <p:cNvCxnSpPr/>
          <p:nvPr/>
        </p:nvCxnSpPr>
        <p:spPr>
          <a:xfrm flipV="1">
            <a:off x="4930924" y="1317854"/>
            <a:ext cx="27432" cy="36576"/>
          </a:xfrm>
          <a:prstGeom prst="line">
            <a:avLst/>
          </a:prstGeom>
          <a:ln w="1524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084">
            <a:extLst>
              <a:ext uri="{FF2B5EF4-FFF2-40B4-BE49-F238E27FC236}">
                <a16:creationId xmlns:a16="http://schemas.microsoft.com/office/drawing/2014/main" id="{55E6399B-E99E-F7D6-FC4C-5BA6F19E789E}"/>
              </a:ext>
            </a:extLst>
          </p:cNvPr>
          <p:cNvCxnSpPr/>
          <p:nvPr/>
        </p:nvCxnSpPr>
        <p:spPr>
          <a:xfrm>
            <a:off x="3356632" y="651866"/>
            <a:ext cx="109728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1085">
            <a:extLst>
              <a:ext uri="{FF2B5EF4-FFF2-40B4-BE49-F238E27FC236}">
                <a16:creationId xmlns:a16="http://schemas.microsoft.com/office/drawing/2014/main" id="{8AD1B001-1B8B-4A14-ADEF-88BF3BAD7839}"/>
              </a:ext>
            </a:extLst>
          </p:cNvPr>
          <p:cNvCxnSpPr/>
          <p:nvPr/>
        </p:nvCxnSpPr>
        <p:spPr>
          <a:xfrm>
            <a:off x="3356632" y="1246226"/>
            <a:ext cx="109728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FCD045CC-47DE-A4D8-A90F-5C4FCE4E0FC8}"/>
              </a:ext>
            </a:extLst>
          </p:cNvPr>
          <p:cNvSpPr/>
          <p:nvPr/>
        </p:nvSpPr>
        <p:spPr>
          <a:xfrm>
            <a:off x="8424750" y="2642931"/>
            <a:ext cx="714368" cy="124691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>
                <a:solidFill>
                  <a:srgbClr val="6E6E6E"/>
                </a:solidFill>
              </a:rPr>
              <a:t>-14% util.</a:t>
            </a:r>
            <a:endParaRPr sz="800" b="1" dirty="0">
              <a:solidFill>
                <a:srgbClr val="6E6E6E"/>
              </a:solidFill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1965E9B-2DF2-8284-5110-BDA6ED2D4B14}"/>
              </a:ext>
            </a:extLst>
          </p:cNvPr>
          <p:cNvSpPr/>
          <p:nvPr/>
        </p:nvSpPr>
        <p:spPr>
          <a:xfrm>
            <a:off x="8424750" y="2814141"/>
            <a:ext cx="714368" cy="124691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b="1" dirty="0">
                <a:solidFill>
                  <a:srgbClr val="6E6E6E"/>
                </a:solidFill>
              </a:rPr>
              <a:t>-1 </a:t>
            </a:r>
            <a:r>
              <a:rPr lang="en-US" sz="800" b="1" dirty="0" err="1">
                <a:solidFill>
                  <a:srgbClr val="6E6E6E"/>
                </a:solidFill>
              </a:rPr>
              <a:t>delinq</a:t>
            </a:r>
            <a:r>
              <a:rPr lang="en-US" sz="800" b="1" dirty="0">
                <a:solidFill>
                  <a:srgbClr val="6E6E6E"/>
                </a:solidFill>
              </a:rPr>
              <a:t>.</a:t>
            </a:r>
            <a:endParaRPr sz="800" b="1" dirty="0">
              <a:solidFill>
                <a:srgbClr val="6E6E6E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055A461-4559-95B6-82E8-4F5F8DA1B7EF}"/>
              </a:ext>
            </a:extLst>
          </p:cNvPr>
          <p:cNvSpPr/>
          <p:nvPr/>
        </p:nvSpPr>
        <p:spPr>
          <a:xfrm>
            <a:off x="2899345" y="2849190"/>
            <a:ext cx="68356" cy="683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78DA5C-15CE-49A7-B9C6-A3C9D1ECB3E9}"/>
              </a:ext>
            </a:extLst>
          </p:cNvPr>
          <p:cNvSpPr/>
          <p:nvPr/>
        </p:nvSpPr>
        <p:spPr>
          <a:xfrm>
            <a:off x="3253796" y="2788230"/>
            <a:ext cx="68356" cy="683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962">
            <a:extLst>
              <a:ext uri="{FF2B5EF4-FFF2-40B4-BE49-F238E27FC236}">
                <a16:creationId xmlns:a16="http://schemas.microsoft.com/office/drawing/2014/main" id="{D33CD485-9129-45E8-A46A-7D0E5E06E333}"/>
              </a:ext>
            </a:extLst>
          </p:cNvPr>
          <p:cNvCxnSpPr>
            <a:cxnSpLocks/>
            <a:stCxn id="967" idx="4"/>
            <a:endCxn id="2" idx="7"/>
          </p:cNvCxnSpPr>
          <p:nvPr/>
        </p:nvCxnSpPr>
        <p:spPr>
          <a:xfrm flipH="1">
            <a:off x="2957690" y="2704186"/>
            <a:ext cx="59653" cy="155015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962">
            <a:extLst>
              <a:ext uri="{FF2B5EF4-FFF2-40B4-BE49-F238E27FC236}">
                <a16:creationId xmlns:a16="http://schemas.microsoft.com/office/drawing/2014/main" id="{A88264C4-1CD7-BE65-7CF5-5206F4B9A8D3}"/>
              </a:ext>
            </a:extLst>
          </p:cNvPr>
          <p:cNvCxnSpPr>
            <a:cxnSpLocks/>
            <a:stCxn id="968" idx="5"/>
            <a:endCxn id="4" idx="1"/>
          </p:cNvCxnSpPr>
          <p:nvPr/>
        </p:nvCxnSpPr>
        <p:spPr>
          <a:xfrm>
            <a:off x="3159741" y="2694175"/>
            <a:ext cx="104066" cy="104066"/>
          </a:xfrm>
          <a:prstGeom prst="line">
            <a:avLst/>
          </a:prstGeom>
          <a:ln w="1143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8E44A9-B9BB-76C0-A174-773C6431A753}"/>
                  </a:ext>
                </a:extLst>
              </p:cNvPr>
              <p:cNvSpPr txBox="1"/>
              <p:nvPr/>
            </p:nvSpPr>
            <p:spPr>
              <a:xfrm>
                <a:off x="5072782" y="2213346"/>
                <a:ext cx="338747" cy="39241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0" smtClean="0">
                          <a:solidFill>
                            <a:srgbClr val="6E6E6E"/>
                          </a:solidFill>
                          <a:latin typeface="Cambria Math" panose="02040503050406030204" pitchFamily="18" charset="0"/>
                        </a:rPr>
                        <m:t>𝓐</m:t>
                      </m:r>
                    </m:oMath>
                  </m:oMathPara>
                </a14:m>
                <a:endParaRPr lang="en-US" sz="1000" b="1" dirty="0">
                  <a:solidFill>
                    <a:srgbClr val="6E6E6E"/>
                  </a:solidFill>
                </a:endParaRPr>
              </a:p>
              <a:p>
                <a:pPr algn="ctr"/>
                <a:r>
                  <a:rPr lang="en-US" sz="950" b="0" i="1" dirty="0">
                    <a:solidFill>
                      <a:srgbClr val="6E6E6E"/>
                    </a:solidFill>
                  </a:rPr>
                  <a:t> </a:t>
                </a:r>
                <a:endParaRPr sz="950" b="0" i="1" dirty="0">
                  <a:solidFill>
                    <a:srgbClr val="6E6E6E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8E44A9-B9BB-76C0-A174-773C6431A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782" y="2213346"/>
                <a:ext cx="338747" cy="39241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7F0C8CC7-E2BE-9B49-40D3-9135B5E1B3B7}"/>
              </a:ext>
            </a:extLst>
          </p:cNvPr>
          <p:cNvSpPr/>
          <p:nvPr/>
        </p:nvSpPr>
        <p:spPr>
          <a:xfrm>
            <a:off x="6729339" y="2673436"/>
            <a:ext cx="61708" cy="67879"/>
          </a:xfrm>
          <a:prstGeom prst="ellipse">
            <a:avLst/>
          </a:prstGeom>
          <a:solidFill>
            <a:schemeClr val="accent1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C2BB9C-2222-0E7E-1A46-8B3BDC7CFEF9}"/>
              </a:ext>
            </a:extLst>
          </p:cNvPr>
          <p:cNvSpPr/>
          <p:nvPr/>
        </p:nvSpPr>
        <p:spPr>
          <a:xfrm>
            <a:off x="6504170" y="2705903"/>
            <a:ext cx="61708" cy="67879"/>
          </a:xfrm>
          <a:prstGeom prst="ellipse">
            <a:avLst/>
          </a:prstGeom>
          <a:solidFill>
            <a:schemeClr val="accent1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1D09A-EADD-AAEF-099B-71ECCFFB8BCE}"/>
              </a:ext>
            </a:extLst>
          </p:cNvPr>
          <p:cNvSpPr/>
          <p:nvPr/>
        </p:nvSpPr>
        <p:spPr>
          <a:xfrm>
            <a:off x="6912593" y="1125207"/>
            <a:ext cx="57112" cy="57112"/>
          </a:xfrm>
          <a:prstGeom prst="ellipse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178</Words>
  <Application>Microsoft Macintosh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Cambria Math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Bryce Bern</cp:lastModifiedBy>
  <cp:revision>19</cp:revision>
  <dcterms:modified xsi:type="dcterms:W3CDTF">2026-04-21T18:36:12Z</dcterms:modified>
</cp:coreProperties>
</file>